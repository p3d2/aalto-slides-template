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4.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5.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1" r:id="rId4"/>
    <p:sldMasterId id="2147483753" r:id="rId5"/>
    <p:sldMasterId id="2147483908" r:id="rId6"/>
    <p:sldMasterId id="2147483940" r:id="rId7"/>
    <p:sldMasterId id="2147484002" r:id="rId8"/>
    <p:sldMasterId id="2147483822" r:id="rId9"/>
  </p:sldMasterIdLst>
  <p:notesMasterIdLst>
    <p:notesMasterId r:id="rId16"/>
  </p:notesMasterIdLst>
  <p:handoutMasterIdLst>
    <p:handoutMasterId r:id="rId17"/>
  </p:handoutMasterIdLst>
  <p:sldIdLst>
    <p:sldId id="256" r:id="rId10"/>
    <p:sldId id="334" r:id="rId11"/>
    <p:sldId id="335" r:id="rId12"/>
    <p:sldId id="269" r:id="rId13"/>
    <p:sldId id="337" r:id="rId14"/>
    <p:sldId id="336" r:id="rId15"/>
  </p:sldIdLst>
  <p:sldSz cx="12192000" cy="6858000"/>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517" autoAdjust="0"/>
  </p:normalViewPr>
  <p:slideViewPr>
    <p:cSldViewPr showGuides="1">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howGuides="1">
      <p:cViewPr varScale="1">
        <p:scale>
          <a:sx n="88" d="100"/>
          <a:sy n="88" d="100"/>
        </p:scale>
        <p:origin x="373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5" Type="http://schemas.openxmlformats.org/officeDocument/2006/relationships/slideMaster" Target="slideMasters/slideMaster2.xml"/><Relationship Id="rId15" Type="http://schemas.openxmlformats.org/officeDocument/2006/relationships/slide" Target="slides/slide6.xml"/><Relationship Id="rId10" Type="http://schemas.openxmlformats.org/officeDocument/2006/relationships/slide" Target="slides/slide1.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116159604563049"/>
          <c:y val="0.12821527459859194"/>
          <c:w val="0.55767701216336285"/>
          <c:h val="0.74356945080281611"/>
        </c:manualLayout>
      </c:layout>
      <c:doughnutChart>
        <c:varyColors val="1"/>
        <c:ser>
          <c:idx val="0"/>
          <c:order val="0"/>
          <c:tx>
            <c:strRef>
              <c:f>Sheet1!$B$1</c:f>
              <c:strCache>
                <c:ptCount val="1"/>
                <c:pt idx="0">
                  <c:v>Series 1</c:v>
                </c:pt>
              </c:strCache>
            </c:strRef>
          </c:tx>
          <c:spPr>
            <a:solidFill>
              <a:schemeClr val="accent1"/>
            </a:solidFill>
          </c:spPr>
          <c:dPt>
            <c:idx val="0"/>
            <c:bubble3D val="0"/>
            <c:extLst>
              <c:ext xmlns:c16="http://schemas.microsoft.com/office/drawing/2014/chart" uri="{C3380CC4-5D6E-409C-BE32-E72D297353CC}">
                <c16:uniqueId val="{00000000-756B-47FF-8BD4-007302F19209}"/>
              </c:ext>
            </c:extLst>
          </c:dPt>
          <c:dPt>
            <c:idx val="1"/>
            <c:bubble3D val="0"/>
            <c:spPr>
              <a:solidFill>
                <a:schemeClr val="accent2"/>
              </a:solidFill>
            </c:spPr>
            <c:extLst>
              <c:ext xmlns:c16="http://schemas.microsoft.com/office/drawing/2014/chart" uri="{C3380CC4-5D6E-409C-BE32-E72D297353CC}">
                <c16:uniqueId val="{00000002-756B-47FF-8BD4-007302F19209}"/>
              </c:ext>
            </c:extLst>
          </c:dPt>
          <c:dPt>
            <c:idx val="2"/>
            <c:bubble3D val="0"/>
            <c:spPr>
              <a:solidFill>
                <a:schemeClr val="accent3"/>
              </a:solidFill>
            </c:spPr>
            <c:extLst>
              <c:ext xmlns:c16="http://schemas.microsoft.com/office/drawing/2014/chart" uri="{C3380CC4-5D6E-409C-BE32-E72D297353CC}">
                <c16:uniqueId val="{00000004-756B-47FF-8BD4-007302F19209}"/>
              </c:ext>
            </c:extLst>
          </c:dPt>
          <c:dPt>
            <c:idx val="3"/>
            <c:bubble3D val="0"/>
            <c:spPr>
              <a:solidFill>
                <a:schemeClr val="accent4"/>
              </a:solidFill>
            </c:spPr>
            <c:extLst>
              <c:ext xmlns:c16="http://schemas.microsoft.com/office/drawing/2014/chart" uri="{C3380CC4-5D6E-409C-BE32-E72D297353CC}">
                <c16:uniqueId val="{00000006-756B-47FF-8BD4-007302F19209}"/>
              </c:ext>
            </c:extLst>
          </c:dPt>
          <c:dPt>
            <c:idx val="4"/>
            <c:bubble3D val="0"/>
            <c:spPr>
              <a:solidFill>
                <a:schemeClr val="accent5"/>
              </a:solidFill>
            </c:spPr>
            <c:extLst>
              <c:ext xmlns:c16="http://schemas.microsoft.com/office/drawing/2014/chart" uri="{C3380CC4-5D6E-409C-BE32-E72D297353CC}">
                <c16:uniqueId val="{00000008-756B-47FF-8BD4-007302F19209}"/>
              </c:ext>
            </c:extLst>
          </c:dPt>
          <c:dPt>
            <c:idx val="5"/>
            <c:bubble3D val="0"/>
            <c:spPr>
              <a:solidFill>
                <a:schemeClr val="accent4"/>
              </a:solidFill>
            </c:spPr>
            <c:extLst>
              <c:ext xmlns:c16="http://schemas.microsoft.com/office/drawing/2014/chart" uri="{C3380CC4-5D6E-409C-BE32-E72D297353CC}">
                <c16:uniqueId val="{0000000A-756B-47FF-8BD4-007302F19209}"/>
              </c:ext>
            </c:extLst>
          </c:dPt>
          <c:dPt>
            <c:idx val="6"/>
            <c:bubble3D val="0"/>
            <c:spPr>
              <a:solidFill>
                <a:srgbClr val="F6A800"/>
              </a:solidFill>
            </c:spPr>
            <c:extLst>
              <c:ext xmlns:c16="http://schemas.microsoft.com/office/drawing/2014/chart" uri="{C3380CC4-5D6E-409C-BE32-E72D297353CC}">
                <c16:uniqueId val="{0000000C-756B-47FF-8BD4-007302F19209}"/>
              </c:ext>
            </c:extLst>
          </c:dPt>
          <c:dPt>
            <c:idx val="7"/>
            <c:bubble3D val="0"/>
            <c:spPr>
              <a:solidFill>
                <a:schemeClr val="bg2">
                  <a:lumMod val="60000"/>
                  <a:lumOff val="40000"/>
                </a:schemeClr>
              </a:solidFill>
            </c:spPr>
            <c:extLst>
              <c:ext xmlns:c16="http://schemas.microsoft.com/office/drawing/2014/chart" uri="{C3380CC4-5D6E-409C-BE32-E72D297353CC}">
                <c16:uniqueId val="{0000000E-756B-47FF-8BD4-007302F19209}"/>
              </c:ext>
            </c:extLst>
          </c:dPt>
          <c:dPt>
            <c:idx val="8"/>
            <c:bubble3D val="0"/>
            <c:spPr>
              <a:solidFill>
                <a:schemeClr val="accent6"/>
              </a:solidFill>
            </c:spPr>
            <c:extLst>
              <c:ext xmlns:c16="http://schemas.microsoft.com/office/drawing/2014/chart" uri="{C3380CC4-5D6E-409C-BE32-E72D297353CC}">
                <c16:uniqueId val="{00000010-756B-47FF-8BD4-007302F19209}"/>
              </c:ext>
            </c:extLst>
          </c:dPt>
          <c:dPt>
            <c:idx val="9"/>
            <c:bubble3D val="0"/>
            <c:spPr>
              <a:solidFill>
                <a:schemeClr val="bg2">
                  <a:lumMod val="60000"/>
                  <a:lumOff val="40000"/>
                </a:schemeClr>
              </a:solidFill>
            </c:spPr>
            <c:extLst>
              <c:ext xmlns:c16="http://schemas.microsoft.com/office/drawing/2014/chart" uri="{C3380CC4-5D6E-409C-BE32-E72D297353CC}">
                <c16:uniqueId val="{00000012-756B-47FF-8BD4-007302F19209}"/>
              </c:ext>
            </c:extLst>
          </c:dPt>
          <c:dPt>
            <c:idx val="10"/>
            <c:bubble3D val="0"/>
            <c:spPr>
              <a:solidFill>
                <a:schemeClr val="bg2">
                  <a:lumMod val="40000"/>
                  <a:lumOff val="60000"/>
                </a:schemeClr>
              </a:solidFill>
            </c:spPr>
            <c:extLst>
              <c:ext xmlns:c16="http://schemas.microsoft.com/office/drawing/2014/chart" uri="{C3380CC4-5D6E-409C-BE32-E72D297353CC}">
                <c16:uniqueId val="{00000014-756B-47FF-8BD4-007302F19209}"/>
              </c:ext>
            </c:extLst>
          </c:dPt>
          <c:dLbls>
            <c:dLbl>
              <c:idx val="0"/>
              <c:layout>
                <c:manualLayout>
                  <c:x val="0.15564202334630359"/>
                  <c:y val="-9.6843938824914835E-2"/>
                </c:manualLayout>
              </c:layout>
              <c:showLegendKey val="0"/>
              <c:showVal val="0"/>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756B-47FF-8BD4-007302F19209}"/>
                </c:ext>
              </c:extLst>
            </c:dLbl>
            <c:dLbl>
              <c:idx val="1"/>
              <c:layout>
                <c:manualLayout>
                  <c:x val="0.14007782101167324"/>
                  <c:y val="6.225681781601667E-2"/>
                </c:manualLayout>
              </c:layout>
              <c:showLegendKey val="0"/>
              <c:showVal val="0"/>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756B-47FF-8BD4-007302F19209}"/>
                </c:ext>
              </c:extLst>
            </c:dLbl>
            <c:dLbl>
              <c:idx val="2"/>
              <c:layout>
                <c:manualLayout>
                  <c:x val="-4.7556735531903473E-17"/>
                  <c:y val="0.10376136302669432"/>
                </c:manualLayout>
              </c:layout>
              <c:showLegendKey val="0"/>
              <c:showVal val="0"/>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756B-47FF-8BD4-007302F19209}"/>
                </c:ext>
              </c:extLst>
            </c:dLbl>
            <c:dLbl>
              <c:idx val="3"/>
              <c:layout>
                <c:manualLayout>
                  <c:x val="-0.13488975356679639"/>
                  <c:y val="-6.3408989343590814E-17"/>
                </c:manualLayout>
              </c:layout>
              <c:showLegendKey val="0"/>
              <c:showVal val="0"/>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6-756B-47FF-8BD4-007302F19209}"/>
                </c:ext>
              </c:extLst>
            </c:dLbl>
            <c:dLbl>
              <c:idx val="4"/>
              <c:layout>
                <c:manualLayout>
                  <c:x val="-0.10376134889753567"/>
                  <c:y val="-0.11413749932936391"/>
                </c:manualLayout>
              </c:layout>
              <c:showLegendKey val="0"/>
              <c:showVal val="0"/>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8-756B-47FF-8BD4-007302F19209}"/>
                </c:ext>
              </c:extLst>
            </c:dLbl>
            <c:spPr>
              <a:noFill/>
              <a:ln>
                <a:noFill/>
              </a:ln>
              <a:effectLst/>
            </c:spPr>
            <c:txPr>
              <a:bodyPr/>
              <a:lstStyle/>
              <a:p>
                <a:pPr>
                  <a:defRPr sz="1200"/>
                </a:pPr>
                <a:endParaRPr lang="en-US"/>
              </a:p>
            </c:txPr>
            <c:showLegendKey val="0"/>
            <c:showVal val="0"/>
            <c:showCatName val="1"/>
            <c:showSerName val="0"/>
            <c:showPercent val="0"/>
            <c:showBubbleSize val="0"/>
            <c:separator>
</c:separator>
            <c:showLeaderLines val="0"/>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4.3</c:v>
                </c:pt>
                <c:pt idx="1">
                  <c:v>2.5</c:v>
                </c:pt>
                <c:pt idx="2">
                  <c:v>3.5</c:v>
                </c:pt>
                <c:pt idx="3">
                  <c:v>4.5</c:v>
                </c:pt>
                <c:pt idx="4">
                  <c:v>2</c:v>
                </c:pt>
              </c:numCache>
            </c:numRef>
          </c:val>
          <c:extLst>
            <c:ext xmlns:c16="http://schemas.microsoft.com/office/drawing/2014/chart" uri="{C3380CC4-5D6E-409C-BE32-E72D297353CC}">
              <c16:uniqueId val="{00000015-756B-47FF-8BD4-007302F19209}"/>
            </c:ext>
          </c:extLst>
        </c:ser>
        <c:dLbls>
          <c:showLegendKey val="0"/>
          <c:showVal val="1"/>
          <c:showCatName val="1"/>
          <c:showSerName val="0"/>
          <c:showPercent val="0"/>
          <c:showBubbleSize val="0"/>
          <c:showLeaderLines val="0"/>
        </c:dLbls>
        <c:firstSliceAng val="0"/>
        <c:holeSize val="80"/>
      </c:doughnutChart>
    </c:plotArea>
    <c:plotVisOnly val="1"/>
    <c:dispBlanksAs val="gap"/>
    <c:showDLblsOverMax val="0"/>
  </c:chart>
  <c:txPr>
    <a:bodyPr/>
    <a:lstStyle/>
    <a:p>
      <a:pPr>
        <a:defRPr sz="12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8297300466307701E-2"/>
          <c:y val="7.6286718558323974E-2"/>
          <c:w val="0.89575777254647304"/>
          <c:h val="0.69454688926024999"/>
        </c:manualLayout>
      </c:layout>
      <c:barChart>
        <c:barDir val="col"/>
        <c:grouping val="stacked"/>
        <c:varyColors val="0"/>
        <c:ser>
          <c:idx val="0"/>
          <c:order val="0"/>
          <c:tx>
            <c:strRef>
              <c:f>Sheet1!$B$1</c:f>
              <c:strCache>
                <c:ptCount val="1"/>
                <c:pt idx="0">
                  <c:v>Series 1</c:v>
                </c:pt>
              </c:strCache>
            </c:strRef>
          </c:tx>
          <c:spPr>
            <a:solidFill>
              <a:schemeClr val="accent3"/>
            </a:solidFill>
          </c:spPr>
          <c:invertIfNegative val="0"/>
          <c:cat>
            <c:strRef>
              <c:f>Sheet1!$A$2:$A$5</c:f>
              <c:strCache>
                <c:ptCount val="4"/>
                <c:pt idx="0">
                  <c:v>Year</c:v>
                </c:pt>
                <c:pt idx="1">
                  <c:v>Year</c:v>
                </c:pt>
                <c:pt idx="2">
                  <c:v>Year</c:v>
                </c:pt>
                <c:pt idx="3">
                  <c:v>Year</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D9C-455B-86B7-1F4E94A075D8}"/>
            </c:ext>
          </c:extLst>
        </c:ser>
        <c:ser>
          <c:idx val="1"/>
          <c:order val="1"/>
          <c:tx>
            <c:strRef>
              <c:f>Sheet1!$C$1</c:f>
              <c:strCache>
                <c:ptCount val="1"/>
                <c:pt idx="0">
                  <c:v>Series 2</c:v>
                </c:pt>
              </c:strCache>
            </c:strRef>
          </c:tx>
          <c:spPr>
            <a:solidFill>
              <a:schemeClr val="accent1"/>
            </a:solidFill>
          </c:spPr>
          <c:invertIfNegative val="0"/>
          <c:cat>
            <c:strRef>
              <c:f>Sheet1!$A$2:$A$5</c:f>
              <c:strCache>
                <c:ptCount val="4"/>
                <c:pt idx="0">
                  <c:v>Year</c:v>
                </c:pt>
                <c:pt idx="1">
                  <c:v>Year</c:v>
                </c:pt>
                <c:pt idx="2">
                  <c:v>Year</c:v>
                </c:pt>
                <c:pt idx="3">
                  <c:v>Year</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D9C-455B-86B7-1F4E94A075D8}"/>
            </c:ext>
          </c:extLst>
        </c:ser>
        <c:ser>
          <c:idx val="2"/>
          <c:order val="2"/>
          <c:tx>
            <c:strRef>
              <c:f>Sheet1!$D$1</c:f>
              <c:strCache>
                <c:ptCount val="1"/>
                <c:pt idx="0">
                  <c:v>Series 3</c:v>
                </c:pt>
              </c:strCache>
            </c:strRef>
          </c:tx>
          <c:spPr>
            <a:solidFill>
              <a:schemeClr val="accent2"/>
            </a:solidFill>
          </c:spPr>
          <c:invertIfNegative val="0"/>
          <c:cat>
            <c:strRef>
              <c:f>Sheet1!$A$2:$A$5</c:f>
              <c:strCache>
                <c:ptCount val="4"/>
                <c:pt idx="0">
                  <c:v>Year</c:v>
                </c:pt>
                <c:pt idx="1">
                  <c:v>Year</c:v>
                </c:pt>
                <c:pt idx="2">
                  <c:v>Year</c:v>
                </c:pt>
                <c:pt idx="3">
                  <c:v>Year</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D9C-455B-86B7-1F4E94A075D8}"/>
            </c:ext>
          </c:extLst>
        </c:ser>
        <c:dLbls>
          <c:showLegendKey val="0"/>
          <c:showVal val="0"/>
          <c:showCatName val="0"/>
          <c:showSerName val="0"/>
          <c:showPercent val="0"/>
          <c:showBubbleSize val="0"/>
        </c:dLbls>
        <c:gapWidth val="250"/>
        <c:overlap val="100"/>
        <c:axId val="125117392"/>
        <c:axId val="125117952"/>
      </c:barChart>
      <c:catAx>
        <c:axId val="125117392"/>
        <c:scaling>
          <c:orientation val="minMax"/>
        </c:scaling>
        <c:delete val="0"/>
        <c:axPos val="b"/>
        <c:numFmt formatCode="General" sourceLinked="0"/>
        <c:majorTickMark val="none"/>
        <c:minorTickMark val="none"/>
        <c:tickLblPos val="nextTo"/>
        <c:spPr>
          <a:ln>
            <a:noFill/>
          </a:ln>
        </c:spPr>
        <c:crossAx val="125117952"/>
        <c:crosses val="autoZero"/>
        <c:auto val="1"/>
        <c:lblAlgn val="ctr"/>
        <c:lblOffset val="100"/>
        <c:noMultiLvlLbl val="0"/>
      </c:catAx>
      <c:valAx>
        <c:axId val="125117952"/>
        <c:scaling>
          <c:orientation val="minMax"/>
        </c:scaling>
        <c:delete val="0"/>
        <c:axPos val="l"/>
        <c:majorGridlines>
          <c:spPr>
            <a:ln>
              <a:solidFill>
                <a:schemeClr val="bg2"/>
              </a:solidFill>
            </a:ln>
          </c:spPr>
        </c:majorGridlines>
        <c:numFmt formatCode="General" sourceLinked="1"/>
        <c:majorTickMark val="out"/>
        <c:minorTickMark val="none"/>
        <c:tickLblPos val="nextTo"/>
        <c:spPr>
          <a:ln>
            <a:noFill/>
          </a:ln>
        </c:spPr>
        <c:crossAx val="125117392"/>
        <c:crosses val="autoZero"/>
        <c:crossBetween val="between"/>
      </c:valAx>
      <c:spPr>
        <a:noFill/>
        <a:ln w="25400">
          <a:noFill/>
        </a:ln>
      </c:spPr>
    </c:plotArea>
    <c:legend>
      <c:legendPos val="b"/>
      <c:overlay val="0"/>
    </c:legend>
    <c:plotVisOnly val="1"/>
    <c:dispBlanksAs val="gap"/>
    <c:showDLblsOverMax val="0"/>
  </c:chart>
  <c:txPr>
    <a:bodyPr/>
    <a:lstStyle/>
    <a:p>
      <a:pPr>
        <a:defRPr sz="1200">
          <a:solidFill>
            <a:schemeClr val="tx1"/>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4B5677-6D61-9DDB-18C5-EBCAA28203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sz="800"/>
          </a:p>
        </p:txBody>
      </p:sp>
      <p:sp>
        <p:nvSpPr>
          <p:cNvPr id="3" name="Date Placeholder 2">
            <a:extLst>
              <a:ext uri="{FF2B5EF4-FFF2-40B4-BE49-F238E27FC236}">
                <a16:creationId xmlns:a16="http://schemas.microsoft.com/office/drawing/2014/main" id="{B35BCFF4-2878-1D71-6624-7763B7DE1D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0F51D7-3634-45F6-A9CF-2D63CD0A5EAF}" type="datetimeFigureOut">
              <a:rPr lang="en-GB" sz="800" smtClean="0"/>
              <a:t>15/10/2026</a:t>
            </a:fld>
            <a:endParaRPr lang="en-GB" sz="800"/>
          </a:p>
        </p:txBody>
      </p:sp>
      <p:sp>
        <p:nvSpPr>
          <p:cNvPr id="4" name="Footer Placeholder 3">
            <a:extLst>
              <a:ext uri="{FF2B5EF4-FFF2-40B4-BE49-F238E27FC236}">
                <a16:creationId xmlns:a16="http://schemas.microsoft.com/office/drawing/2014/main" id="{02AD6701-6398-3522-3C53-55DC5E66D26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sz="800"/>
          </a:p>
        </p:txBody>
      </p:sp>
      <p:sp>
        <p:nvSpPr>
          <p:cNvPr id="5" name="Slide Number Placeholder 4">
            <a:extLst>
              <a:ext uri="{FF2B5EF4-FFF2-40B4-BE49-F238E27FC236}">
                <a16:creationId xmlns:a16="http://schemas.microsoft.com/office/drawing/2014/main" id="{4F80A865-D61F-8A30-C2FD-FF2303FBAF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72C6DF-08BF-4B87-8BCC-4ED8CC3899B8}" type="slidenum">
              <a:rPr lang="en-GB" sz="800" smtClean="0"/>
              <a:t>‹#›</a:t>
            </a:fld>
            <a:endParaRPr lang="en-GB" sz="800"/>
          </a:p>
        </p:txBody>
      </p:sp>
    </p:spTree>
    <p:extLst>
      <p:ext uri="{BB962C8B-B14F-4D97-AF65-F5344CB8AC3E}">
        <p14:creationId xmlns:p14="http://schemas.microsoft.com/office/powerpoint/2010/main" val="337212682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800"/>
            </a:lvl1pPr>
          </a:lstStyle>
          <a:p>
            <a:endParaRPr lang="fi-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800"/>
            </a:lvl1pPr>
          </a:lstStyle>
          <a:p>
            <a:fld id="{64A5F74A-CD8A-4953-B106-B5BDE091D867}" type="datetimeFigureOut">
              <a:rPr lang="fi-FI" smtClean="0"/>
              <a:pPr/>
              <a:t>15.10.2026</a:t>
            </a:fld>
            <a:endParaRPr lang="fi-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800"/>
            </a:lvl1pPr>
          </a:lstStyle>
          <a:p>
            <a:endParaRPr lang="fi-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800"/>
            </a:lvl1pPr>
          </a:lstStyle>
          <a:p>
            <a:fld id="{CB868C32-EF99-4F91-9ACD-FA27EAEF0DAD}" type="slidenum">
              <a:rPr lang="fi-FI" smtClean="0"/>
              <a:pPr/>
              <a:t>‹#›</a:t>
            </a:fld>
            <a:endParaRPr lang="fi-FI"/>
          </a:p>
        </p:txBody>
      </p:sp>
    </p:spTree>
    <p:extLst>
      <p:ext uri="{BB962C8B-B14F-4D97-AF65-F5344CB8AC3E}">
        <p14:creationId xmlns:p14="http://schemas.microsoft.com/office/powerpoint/2010/main" val="907443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aterialbank.aalto.fi/l/w2wWj_hmTJGx"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saavutettavasti.fi/saavutettavat-asiakirjat/powerpoint/"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FI" b="1" noProof="1">
                <a:latin typeface="Arial" panose="020B0604020202020204" pitchFamily="34" charset="0"/>
                <a:cs typeface="Arial" panose="020B0604020202020204" pitchFamily="34" charset="0"/>
              </a:rPr>
              <a:t>Good to remember</a:t>
            </a:r>
          </a:p>
          <a:p>
            <a:r>
              <a:rPr lang="en-GB" sz="3200" dirty="0">
                <a:solidFill>
                  <a:srgbClr val="000000"/>
                </a:solidFill>
                <a:effectLst/>
                <a:latin typeface="Arial" panose="020B0604020202020204" pitchFamily="34" charset="0"/>
                <a:ea typeface="Times New Roman" panose="02020603050405020304" pitchFamily="18" charset="0"/>
              </a:rPr>
              <a:t>Don’t paste text direct from other documents onto the PowerPoint template, as this will render incorrect formatting. Before pasting any text onto this template, use for example Notepad for removing the source text formatting.</a:t>
            </a:r>
            <a:endParaRPr lang="fi-FI" noProof="1">
              <a:latin typeface="Arial" panose="020B0604020202020204" pitchFamily="34" charset="0"/>
              <a:cs typeface="Arial" panose="020B0604020202020204" pitchFamily="34" charset="0"/>
            </a:endParaRPr>
          </a:p>
          <a:p>
            <a:endParaRPr lang="fi-FI" noProof="1">
              <a:latin typeface="Arial" panose="020B0604020202020204" pitchFamily="34" charset="0"/>
              <a:cs typeface="Arial" panose="020B0604020202020204" pitchFamily="34" charset="0"/>
            </a:endParaRPr>
          </a:p>
          <a:p>
            <a:pPr algn="l"/>
            <a:r>
              <a:rPr lang="en-GB" b="1" i="0" dirty="0">
                <a:solidFill>
                  <a:srgbClr val="202124"/>
                </a:solidFill>
                <a:effectLst/>
                <a:latin typeface="Google Sans"/>
              </a:rPr>
              <a:t>To configure the display language:</a:t>
            </a:r>
            <a:endParaRPr lang="en-GB" b="0" i="0" dirty="0">
              <a:solidFill>
                <a:srgbClr val="202124"/>
              </a:solidFill>
              <a:effectLst/>
              <a:latin typeface="Google Sans"/>
            </a:endParaRPr>
          </a:p>
          <a:p>
            <a:pPr algn="l">
              <a:buFont typeface="+mj-lt"/>
              <a:buAutoNum type="arabicPeriod"/>
            </a:pPr>
            <a:r>
              <a:rPr lang="en-GB" b="0" i="0" dirty="0">
                <a:solidFill>
                  <a:srgbClr val="202124"/>
                </a:solidFill>
                <a:effectLst/>
                <a:latin typeface="Google Sans"/>
              </a:rPr>
              <a:t> Within any Office application, select File &gt; Options &gt; Language.</a:t>
            </a:r>
          </a:p>
          <a:p>
            <a:pPr algn="l">
              <a:buFont typeface="+mj-lt"/>
              <a:buAutoNum type="arabicPeriod"/>
            </a:pPr>
            <a:r>
              <a:rPr lang="en-GB" b="0" i="0" dirty="0">
                <a:solidFill>
                  <a:srgbClr val="202124"/>
                </a:solidFill>
                <a:effectLst/>
                <a:latin typeface="Google Sans"/>
              </a:rPr>
              <a:t> Under Office display Language, make sure the display language you want Office to use is listed.</a:t>
            </a:r>
          </a:p>
          <a:p>
            <a:pPr algn="l">
              <a:buFont typeface="+mj-lt"/>
              <a:buAutoNum type="arabicPeriod"/>
            </a:pPr>
            <a:r>
              <a:rPr lang="en-GB" b="0" i="0" dirty="0">
                <a:solidFill>
                  <a:srgbClr val="202124"/>
                </a:solidFill>
                <a:effectLst/>
                <a:latin typeface="Google Sans"/>
              </a:rPr>
              <a:t> Select the language you want, and then select Set as Preferred.</a:t>
            </a:r>
          </a:p>
          <a:p>
            <a:endParaRPr lang="fi-FI" noProof="1">
              <a:latin typeface="Arial" panose="020B0604020202020204" pitchFamily="34" charset="0"/>
              <a:cs typeface="Arial" panose="020B0604020202020204" pitchFamily="34" charset="0"/>
            </a:endParaRPr>
          </a:p>
          <a:p>
            <a:r>
              <a:rPr lang="fi-FI" b="1" noProof="1">
                <a:latin typeface="Arial" panose="020B0604020202020204" pitchFamily="34" charset="0"/>
                <a:cs typeface="Arial" panose="020B0604020202020204" pitchFamily="34" charset="0"/>
              </a:rPr>
              <a:t>How to insert header &amp; footer</a:t>
            </a:r>
          </a:p>
          <a:p>
            <a:pPr marL="0" indent="0">
              <a:buNone/>
            </a:pPr>
            <a:r>
              <a:rPr lang="fi-FI" noProof="1">
                <a:latin typeface="Arial" panose="020B0604020202020204" pitchFamily="34" charset="0"/>
                <a:cs typeface="Arial" panose="020B0604020202020204" pitchFamily="34" charset="0"/>
              </a:rPr>
              <a:t>1. Choose </a:t>
            </a:r>
            <a:r>
              <a:rPr lang="fi-FI" i="1" noProof="1">
                <a:latin typeface="Arial" panose="020B0604020202020204" pitchFamily="34" charset="0"/>
                <a:cs typeface="Arial" panose="020B0604020202020204" pitchFamily="34" charset="0"/>
              </a:rPr>
              <a:t>"Insert / Header &amp; Footer" </a:t>
            </a:r>
            <a:r>
              <a:rPr lang="fi-FI" noProof="1">
                <a:latin typeface="Arial" panose="020B0604020202020204" pitchFamily="34" charset="0"/>
                <a:cs typeface="Arial" panose="020B0604020202020204" pitchFamily="34" charset="0"/>
              </a:rPr>
              <a:t>to change footer text. </a:t>
            </a:r>
          </a:p>
          <a:p>
            <a:pPr marL="0" indent="0">
              <a:buNone/>
            </a:pPr>
            <a:r>
              <a:rPr lang="fi-FI" noProof="1">
                <a:latin typeface="Arial" panose="020B0604020202020204" pitchFamily="34" charset="0"/>
                <a:cs typeface="Arial" panose="020B0604020202020204" pitchFamily="34" charset="0"/>
              </a:rPr>
              <a:t>2. In the panel you can change the footer, page number and date options.</a:t>
            </a:r>
          </a:p>
          <a:p>
            <a:pPr marL="0" indent="0">
              <a:buNone/>
            </a:pPr>
            <a:endParaRPr lang="fi-FI" noProof="1">
              <a:latin typeface="Arial" panose="020B0604020202020204" pitchFamily="34" charset="0"/>
              <a:cs typeface="Arial" panose="020B0604020202020204" pitchFamily="34" charset="0"/>
            </a:endParaRPr>
          </a:p>
          <a:p>
            <a:pPr marL="0" indent="0">
              <a:buNone/>
            </a:pPr>
            <a:r>
              <a:rPr lang="fi-FI" b="1" noProof="1">
                <a:latin typeface="Arial" panose="020B0604020202020204" pitchFamily="34" charset="0"/>
                <a:cs typeface="Arial" panose="020B0604020202020204" pitchFamily="34" charset="0"/>
              </a:rPr>
              <a:t>How to add images</a:t>
            </a:r>
          </a:p>
          <a:p>
            <a:pPr marL="0" marR="0" lvl="0" indent="0" algn="l" defTabSz="685800" rtl="0" eaLnBrk="1" fontAlgn="auto" latinLnBrk="0" hangingPunct="1">
              <a:lnSpc>
                <a:spcPct val="100000"/>
              </a:lnSpc>
              <a:spcBef>
                <a:spcPts val="0"/>
              </a:spcBef>
              <a:spcAft>
                <a:spcPts val="0"/>
              </a:spcAft>
              <a:buClrTx/>
              <a:buSzTx/>
              <a:buFontTx/>
              <a:buNone/>
              <a:tabLst/>
              <a:defRPr/>
            </a:pPr>
            <a:r>
              <a:rPr lang="fi-FI" sz="3200" noProof="1">
                <a:solidFill>
                  <a:srgbClr val="000000"/>
                </a:solidFill>
                <a:effectLst/>
                <a:latin typeface="Arial" panose="020B0604020202020204" pitchFamily="34" charset="0"/>
                <a:ea typeface="Times New Roman" panose="02020603050405020304" pitchFamily="18" charset="0"/>
              </a:rPr>
              <a:t>Click icon to add image. Or, you can choose one related to your content from a selection of photos available in Material Bank.</a:t>
            </a:r>
          </a:p>
          <a:p>
            <a:pPr marL="0" marR="0" lvl="0" indent="0" algn="l" defTabSz="685800" rtl="0" eaLnBrk="1" fontAlgn="auto" latinLnBrk="0" hangingPunct="1">
              <a:lnSpc>
                <a:spcPct val="100000"/>
              </a:lnSpc>
              <a:spcBef>
                <a:spcPts val="0"/>
              </a:spcBef>
              <a:spcAft>
                <a:spcPts val="0"/>
              </a:spcAft>
              <a:buClrTx/>
              <a:buSzTx/>
              <a:buFontTx/>
              <a:buNone/>
              <a:tabLst/>
              <a:defRPr/>
            </a:pPr>
            <a:r>
              <a:rPr lang="fi-FI" sz="3200" u="sng" noProof="1">
                <a:solidFill>
                  <a:srgbClr val="000000"/>
                </a:solidFill>
                <a:effectLst/>
                <a:latin typeface="Arial" panose="020B0604020202020204" pitchFamily="34" charset="0"/>
                <a:ea typeface="Calibri" panose="020F0502020204030204" pitchFamily="34" charset="0"/>
                <a:hlinkClick r:id="rId3"/>
              </a:rPr>
              <a:t>https://materialbank.aalto.fi/l/w2wWj_hmTJGx</a:t>
            </a:r>
            <a:endParaRPr lang="fi-FI" sz="3200" noProof="1">
              <a:solidFill>
                <a:srgbClr val="000000"/>
              </a:solidFill>
              <a:effectLst/>
              <a:latin typeface="Calibri" panose="020F0502020204030204" pitchFamily="34" charset="0"/>
              <a:ea typeface="Calibri" panose="020F0502020204030204" pitchFamily="34" charset="0"/>
            </a:endParaRPr>
          </a:p>
          <a:p>
            <a:pPr marL="0" indent="0">
              <a:buNone/>
            </a:pPr>
            <a:endParaRPr lang="fi-FI" noProof="1">
              <a:latin typeface="Arial" panose="020B0604020202020204" pitchFamily="34" charset="0"/>
              <a:cs typeface="Arial" panose="020B0604020202020204" pitchFamily="34" charset="0"/>
            </a:endParaRPr>
          </a:p>
          <a:p>
            <a:pPr marL="0" indent="0">
              <a:buNone/>
            </a:pPr>
            <a:r>
              <a:rPr lang="fi-FI" noProof="1">
                <a:latin typeface="Arial" panose="020B0604020202020204" pitchFamily="34" charset="0"/>
                <a:cs typeface="Arial" panose="020B0604020202020204" pitchFamily="34" charset="0"/>
              </a:rPr>
              <a:t>***</a:t>
            </a:r>
          </a:p>
          <a:p>
            <a:pPr marL="457200" indent="-457200">
              <a:buAutoNum type="arabicPeriod"/>
            </a:pPr>
            <a:endParaRPr lang="fi-FI" noProof="1">
              <a:latin typeface="Arial" panose="020B0604020202020204" pitchFamily="34" charset="0"/>
              <a:cs typeface="Arial" panose="020B0604020202020204" pitchFamily="34" charset="0"/>
            </a:endParaRPr>
          </a:p>
          <a:p>
            <a:pPr marL="0" indent="0">
              <a:buNone/>
            </a:pPr>
            <a:r>
              <a:rPr lang="fi-FI" b="1" noProof="1">
                <a:latin typeface="Arial" panose="020B0604020202020204" pitchFamily="34" charset="0"/>
                <a:cs typeface="Arial" panose="020B0604020202020204" pitchFamily="34" charset="0"/>
              </a:rPr>
              <a:t>Hyvä muistaa</a:t>
            </a:r>
          </a:p>
          <a:p>
            <a:pPr marL="0" indent="0">
              <a:buNone/>
            </a:pPr>
            <a:r>
              <a:rPr lang="fi-FI" b="0" noProof="1">
                <a:latin typeface="Arial" panose="020B0604020202020204" pitchFamily="34" charset="0"/>
                <a:cs typeface="Arial" panose="020B0604020202020204" pitchFamily="34" charset="0"/>
              </a:rPr>
              <a:t>Älä kopioi tekstiä suoraan muista sovelluksista tai dokumenteista,</a:t>
            </a:r>
            <a:r>
              <a:rPr lang="fi-FI" b="0" baseline="0" noProof="1">
                <a:latin typeface="Arial" panose="020B0604020202020204" pitchFamily="34" charset="0"/>
                <a:cs typeface="Arial" panose="020B0604020202020204" pitchFamily="34" charset="0"/>
              </a:rPr>
              <a:t> etteivät pohjan valmiit muotoiluasetukset muuttuisi</a:t>
            </a:r>
            <a:r>
              <a:rPr lang="fi-FI" b="0" noProof="1">
                <a:latin typeface="Arial" panose="020B0604020202020204" pitchFamily="34" charset="0"/>
                <a:cs typeface="Arial" panose="020B0604020202020204" pitchFamily="34" charset="0"/>
              </a:rPr>
              <a:t>. Käytä esimerkiksi Notepadia poistaaksesi</a:t>
            </a:r>
            <a:r>
              <a:rPr lang="fi-FI" b="0" baseline="0" noProof="1">
                <a:latin typeface="Arial" panose="020B0604020202020204" pitchFamily="34" charset="0"/>
                <a:cs typeface="Arial" panose="020B0604020202020204" pitchFamily="34" charset="0"/>
              </a:rPr>
              <a:t> tekstistä valmiit muotoiluasetukset.</a:t>
            </a:r>
          </a:p>
          <a:p>
            <a:pPr marL="0" indent="0">
              <a:buNone/>
            </a:pPr>
            <a:endParaRPr lang="fi-FI" b="0" baseline="0" noProof="1">
              <a:latin typeface="Arial" panose="020B0604020202020204" pitchFamily="34" charset="0"/>
              <a:cs typeface="Arial" panose="020B0604020202020204" pitchFamily="34" charset="0"/>
            </a:endParaRPr>
          </a:p>
          <a:p>
            <a:pPr marL="0" indent="0">
              <a:buNone/>
            </a:pPr>
            <a:r>
              <a:rPr lang="fi-FI" b="1" baseline="0" noProof="1">
                <a:latin typeface="Arial" panose="020B0604020202020204" pitchFamily="34" charset="0"/>
                <a:cs typeface="Arial" panose="020B0604020202020204" pitchFamily="34" charset="0"/>
              </a:rPr>
              <a:t>Näyttökielen määrittäminen:</a:t>
            </a:r>
          </a:p>
          <a:p>
            <a:pPr marL="228600" indent="-228600">
              <a:buAutoNum type="arabicPeriod"/>
            </a:pPr>
            <a:r>
              <a:rPr lang="fi-FI" b="0" baseline="0" noProof="1">
                <a:latin typeface="Arial" panose="020B0604020202020204" pitchFamily="34" charset="0"/>
                <a:cs typeface="Arial" panose="020B0604020202020204" pitchFamily="34" charset="0"/>
              </a:rPr>
              <a:t>Valitse missä tahansa Office-sovelluksessa Tiedosto &gt; Asetukset &gt; Kieli.</a:t>
            </a:r>
          </a:p>
          <a:p>
            <a:pPr marL="228600" indent="-228600">
              <a:buAutoNum type="arabicPeriod"/>
            </a:pPr>
            <a:r>
              <a:rPr lang="fi-FI" b="0" baseline="0" noProof="1">
                <a:latin typeface="Arial" panose="020B0604020202020204" pitchFamily="34" charset="0"/>
                <a:cs typeface="Arial" panose="020B0604020202020204" pitchFamily="34" charset="0"/>
              </a:rPr>
              <a:t>Varmista Office-näytön kieli -kohdassa, että näyttökieli, jota haluat Officen käyttävän, on lueteltu.</a:t>
            </a:r>
          </a:p>
          <a:p>
            <a:pPr marL="228600" indent="-228600">
              <a:buAutoNum type="arabicPeriod"/>
            </a:pPr>
            <a:r>
              <a:rPr lang="fi-FI" b="0" baseline="0" noProof="1">
                <a:latin typeface="Arial" panose="020B0604020202020204" pitchFamily="34" charset="0"/>
                <a:cs typeface="Arial" panose="020B0604020202020204" pitchFamily="34" charset="0"/>
              </a:rPr>
              <a:t>Valitse haluamasi kieli ja valitse sitten Aseta ensisijaiseksi.</a:t>
            </a:r>
          </a:p>
          <a:p>
            <a:pPr marL="0" indent="0">
              <a:buNone/>
            </a:pPr>
            <a:endParaRPr lang="fi-FI" b="0" baseline="0" noProof="1">
              <a:latin typeface="Arial" panose="020B0604020202020204" pitchFamily="34" charset="0"/>
              <a:cs typeface="Arial" panose="020B0604020202020204" pitchFamily="34" charset="0"/>
            </a:endParaRPr>
          </a:p>
          <a:p>
            <a:pPr marL="0" indent="0">
              <a:buNone/>
            </a:pPr>
            <a:r>
              <a:rPr lang="fi-FI" b="1" baseline="0" noProof="1">
                <a:latin typeface="Arial" panose="020B0604020202020204" pitchFamily="34" charset="0"/>
                <a:cs typeface="Arial" panose="020B0604020202020204" pitchFamily="34" charset="0"/>
              </a:rPr>
              <a:t>Näin lisäät ylä- tai alatunnisteet</a:t>
            </a:r>
          </a:p>
          <a:p>
            <a:pPr marL="0" indent="0">
              <a:buFont typeface="+mj-lt"/>
              <a:buNone/>
            </a:pPr>
            <a:r>
              <a:rPr lang="fi-FI" b="0" baseline="0" noProof="1">
                <a:latin typeface="Arial" panose="020B0604020202020204" pitchFamily="34" charset="0"/>
                <a:cs typeface="Arial" panose="020B0604020202020204" pitchFamily="34" charset="0"/>
              </a:rPr>
              <a:t>1. Valitse </a:t>
            </a:r>
            <a:r>
              <a:rPr lang="fi-FI" b="0" i="1" baseline="0" noProof="1">
                <a:latin typeface="Arial" panose="020B0604020202020204" pitchFamily="34" charset="0"/>
                <a:cs typeface="Arial" panose="020B0604020202020204" pitchFamily="34" charset="0"/>
              </a:rPr>
              <a:t>“Lisää / Ylä- ja alatunniste”</a:t>
            </a:r>
          </a:p>
          <a:p>
            <a:pPr marL="0" indent="0">
              <a:buFont typeface="+mj-lt"/>
              <a:buNone/>
            </a:pPr>
            <a:r>
              <a:rPr lang="fi-FI" b="0" baseline="0" noProof="1">
                <a:latin typeface="Arial" panose="020B0604020202020204" pitchFamily="34" charset="0"/>
                <a:cs typeface="Arial" panose="020B0604020202020204" pitchFamily="34" charset="0"/>
              </a:rPr>
              <a:t>2. Valintaikkunassa voit muuttaa ylä- ja alatunnisteiden, sivunumeroinnin ja päivämäärän asetuksia.</a:t>
            </a:r>
            <a:endParaRPr lang="fi-FI" b="0" noProof="1">
              <a:latin typeface="Arial" panose="020B0604020202020204" pitchFamily="34" charset="0"/>
              <a:cs typeface="Arial" panose="020B0604020202020204" pitchFamily="34" charset="0"/>
            </a:endParaRPr>
          </a:p>
          <a:p>
            <a:pPr marL="0" indent="0">
              <a:buNone/>
            </a:pPr>
            <a:endParaRPr lang="fi-FI" b="1" noProof="1">
              <a:latin typeface="Arial" panose="020B0604020202020204" pitchFamily="34" charset="0"/>
              <a:cs typeface="Arial" panose="020B0604020202020204" pitchFamily="34" charset="0"/>
            </a:endParaRPr>
          </a:p>
          <a:p>
            <a:pPr marL="0" indent="0">
              <a:buNone/>
            </a:pPr>
            <a:r>
              <a:rPr lang="fi-FI" b="1" noProof="1">
                <a:latin typeface="Arial" panose="020B0604020202020204" pitchFamily="34" charset="0"/>
                <a:cs typeface="Arial" panose="020B0604020202020204" pitchFamily="34" charset="0"/>
              </a:rPr>
              <a:t>Uuden sivun luominen</a:t>
            </a:r>
          </a:p>
          <a:p>
            <a:pPr marL="0" indent="0">
              <a:buNone/>
            </a:pPr>
            <a:r>
              <a:rPr lang="fi-FI" noProof="1"/>
              <a:t>Valitse valikosta ”</a:t>
            </a:r>
            <a:r>
              <a:rPr lang="fi-FI" i="1" noProof="1"/>
              <a:t>Aloitus / Uusi dia” </a:t>
            </a:r>
            <a:r>
              <a:rPr lang="fi-FI" noProof="1"/>
              <a:t>jolloin saat näkyviin listan valmiiksi määritellyistä mallipohjista.</a:t>
            </a:r>
          </a:p>
          <a:p>
            <a:pPr marL="0" indent="0">
              <a:buNone/>
            </a:pPr>
            <a:r>
              <a:rPr lang="fi-FI" noProof="1"/>
              <a:t>Voit myös muuttaa olemassa olevan sivun ilmettä valikosta ”</a:t>
            </a:r>
            <a:r>
              <a:rPr lang="fi-FI" i="1" noProof="1"/>
              <a:t>Aloitus / Asettelu”</a:t>
            </a:r>
            <a:r>
              <a:rPr lang="fi-FI" noProof="1"/>
              <a:t>, jolloin saat näkyviin listan mallipohjan sivuista. </a:t>
            </a:r>
          </a:p>
          <a:p>
            <a:pPr marL="0" indent="0">
              <a:buNone/>
            </a:pPr>
            <a:endParaRPr lang="fi-FI" b="0" noProof="1"/>
          </a:p>
          <a:p>
            <a:pPr marL="0" indent="0">
              <a:buNone/>
            </a:pPr>
            <a:r>
              <a:rPr lang="fi-FI" b="1" noProof="1"/>
              <a:t>Kuvien lisääminen</a:t>
            </a:r>
          </a:p>
          <a:p>
            <a:pPr marL="0" marR="0" lvl="0" indent="0" algn="l" defTabSz="685800" rtl="0" eaLnBrk="1" fontAlgn="auto" latinLnBrk="0" hangingPunct="1">
              <a:lnSpc>
                <a:spcPct val="100000"/>
              </a:lnSpc>
              <a:spcBef>
                <a:spcPts val="0"/>
              </a:spcBef>
              <a:spcAft>
                <a:spcPts val="0"/>
              </a:spcAft>
              <a:buClrTx/>
              <a:buSzTx/>
              <a:buFontTx/>
              <a:buNone/>
              <a:tabLst/>
              <a:defRPr/>
            </a:pPr>
            <a:r>
              <a:rPr lang="fi-FI" sz="3200" noProof="1">
                <a:solidFill>
                  <a:srgbClr val="000000"/>
                </a:solidFill>
                <a:effectLst/>
                <a:latin typeface="Arial" panose="020B0604020202020204" pitchFamily="34" charset="0"/>
                <a:ea typeface="Times New Roman" panose="02020603050405020304" pitchFamily="18" charset="0"/>
              </a:rPr>
              <a:t>Lisää kuva klikkaamalla ikonia. Vaihtoehtoisesti voit valita aiheeseen sopivan kuvan Materiaalipankissa olevista ehdotuksista.</a:t>
            </a:r>
            <a:endParaRPr lang="fi-FI" sz="3200" noProof="1">
              <a:solidFill>
                <a:srgbClr val="000000"/>
              </a:solidFill>
              <a:effectLst/>
              <a:latin typeface="Calibri" panose="020F0502020204030204" pitchFamily="34" charset="0"/>
              <a:ea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fi-FI" sz="1200" u="sng" noProof="1">
                <a:solidFill>
                  <a:srgbClr val="000000"/>
                </a:solidFill>
                <a:effectLst/>
                <a:latin typeface="Arial" panose="020B0604020202020204" pitchFamily="34" charset="0"/>
                <a:ea typeface="Calibri" panose="020F0502020204030204" pitchFamily="34" charset="0"/>
                <a:hlinkClick r:id="rId3"/>
              </a:rPr>
              <a:t>https://materialbank.aalto.fi/l/w2wWj_hmTJGx</a:t>
            </a:r>
            <a:endParaRPr lang="fi-FI" sz="1200" noProof="1">
              <a:solidFill>
                <a:srgbClr val="000000"/>
              </a:solidFill>
              <a:effectLst/>
              <a:latin typeface="Calibri" panose="020F0502020204030204" pitchFamily="34" charset="0"/>
              <a:ea typeface="Calibri" panose="020F0502020204030204" pitchFamily="34" charset="0"/>
            </a:endParaRPr>
          </a:p>
          <a:p>
            <a:endParaRPr lang="en-GB" dirty="0"/>
          </a:p>
        </p:txBody>
      </p:sp>
      <p:sp>
        <p:nvSpPr>
          <p:cNvPr id="4" name="Slide Number Placeholder 3"/>
          <p:cNvSpPr>
            <a:spLocks noGrp="1"/>
          </p:cNvSpPr>
          <p:nvPr>
            <p:ph type="sldNum" sz="quarter" idx="5"/>
          </p:nvPr>
        </p:nvSpPr>
        <p:spPr/>
        <p:txBody>
          <a:bodyPr/>
          <a:lstStyle/>
          <a:p>
            <a:fld id="{EF764A3F-1CB2-4AFC-BC27-EF2EF4A91705}" type="slidenum">
              <a:rPr lang="fi-FI" smtClean="0"/>
              <a:pPr/>
              <a:t>2</a:t>
            </a:fld>
            <a:endParaRPr lang="fi-FI"/>
          </a:p>
        </p:txBody>
      </p:sp>
    </p:spTree>
    <p:extLst>
      <p:ext uri="{BB962C8B-B14F-4D97-AF65-F5344CB8AC3E}">
        <p14:creationId xmlns:p14="http://schemas.microsoft.com/office/powerpoint/2010/main" val="3353310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i-FI" sz="1200" b="1" dirty="0"/>
              <a:t>Esityksen saavutettavuus</a:t>
            </a:r>
            <a:endParaRPr lang="fi-FI" dirty="0"/>
          </a:p>
          <a:p>
            <a:r>
              <a:rPr lang="fi-FI" dirty="0"/>
              <a:t>Powerpoint-pohjan ulkoasussa on pyritty huomioimaan saavutettavuusvaatimukset, mutta jos jaat PowerPoint-esityksesi verkossa, on syytä tarkistaa seuraavat asiat</a:t>
            </a:r>
          </a:p>
          <a:p>
            <a:pPr marL="457200"/>
            <a:r>
              <a:rPr lang="fi-FI" dirty="0"/>
              <a:t> </a:t>
            </a:r>
            <a:endParaRPr lang="fi-FI" b="0" dirty="0"/>
          </a:p>
          <a:p>
            <a:pPr marL="171450" lvl="0" indent="-171450">
              <a:lnSpc>
                <a:spcPts val="1500"/>
              </a:lnSpc>
              <a:spcBef>
                <a:spcPts val="600"/>
              </a:spcBef>
              <a:buFont typeface="Arial" panose="020B0604020202020204" pitchFamily="34" charset="0"/>
              <a:buChar char="•"/>
            </a:pPr>
            <a:r>
              <a:rPr lang="fi-FI" b="0" dirty="0"/>
              <a:t>Nimeä tiedosto selkeästi; tiedostonimi kertoo ytimekkäästi, mistä esityksessä on kysymys,  lisäksi otsikoi esitys</a:t>
            </a:r>
          </a:p>
          <a:p>
            <a:pPr marL="171450" lvl="0" indent="-171450">
              <a:lnSpc>
                <a:spcPts val="1500"/>
              </a:lnSpc>
              <a:spcBef>
                <a:spcPts val="600"/>
              </a:spcBef>
              <a:buFont typeface="Arial" panose="020B0604020202020204" pitchFamily="34" charset="0"/>
              <a:buChar char="•"/>
            </a:pPr>
            <a:r>
              <a:rPr lang="fi-FI" b="0" dirty="0"/>
              <a:t>Lisää kuviin vaihtoehtoinen teksti (alt-teksti)</a:t>
            </a:r>
          </a:p>
          <a:p>
            <a:pPr marL="171450" lvl="0" indent="-171450">
              <a:lnSpc>
                <a:spcPts val="1500"/>
              </a:lnSpc>
              <a:spcBef>
                <a:spcPts val="600"/>
              </a:spcBef>
              <a:buFont typeface="Arial" panose="020B0604020202020204" pitchFamily="34" charset="0"/>
              <a:buChar char="•"/>
            </a:pPr>
            <a:r>
              <a:rPr lang="fi-FI" b="0" dirty="0"/>
              <a:t>Anna linkeille kuvaava, näkyvä teksti</a:t>
            </a:r>
          </a:p>
          <a:p>
            <a:pPr marL="171450" lvl="0" indent="-171450">
              <a:lnSpc>
                <a:spcPts val="1500"/>
              </a:lnSpc>
              <a:spcBef>
                <a:spcPts val="600"/>
              </a:spcBef>
              <a:buFont typeface="Arial" panose="020B0604020202020204" pitchFamily="34" charset="0"/>
              <a:buChar char="•"/>
            </a:pPr>
            <a:r>
              <a:rPr lang="fi-FI" b="0" dirty="0"/>
              <a:t>Tarkista lukemisjärjestys</a:t>
            </a:r>
          </a:p>
          <a:p>
            <a:pPr marL="171450" lvl="0" indent="-171450">
              <a:lnSpc>
                <a:spcPts val="1500"/>
              </a:lnSpc>
              <a:spcBef>
                <a:spcPts val="600"/>
              </a:spcBef>
              <a:buFont typeface="Arial" panose="020B0604020202020204" pitchFamily="34" charset="0"/>
              <a:buChar char="•"/>
            </a:pPr>
            <a:r>
              <a:rPr lang="fi-FI" b="0" dirty="0"/>
              <a:t>Tarkista helppokäyttöisyys (saavutettavuus)</a:t>
            </a:r>
          </a:p>
          <a:p>
            <a:pPr marL="180000" lvl="0" indent="-180000">
              <a:lnSpc>
                <a:spcPts val="1500"/>
              </a:lnSpc>
              <a:spcBef>
                <a:spcPts val="600"/>
              </a:spcBef>
              <a:buFont typeface="Wingdings" panose="05000000000000000000" pitchFamily="2" charset="2"/>
              <a:buChar char="ü"/>
            </a:pPr>
            <a:endParaRPr lang="fi-FI" b="1" dirty="0"/>
          </a:p>
          <a:p>
            <a:r>
              <a:rPr lang="fi-FI" dirty="0"/>
              <a:t>Käytännön ohjeita toteutukseen löydät osoitteesta </a:t>
            </a:r>
            <a:r>
              <a:rPr lang="fi-FI" sz="3200" u="sng" kern="1200" dirty="0">
                <a:solidFill>
                  <a:srgbClr val="005EB8"/>
                </a:solidFill>
                <a:effectLst/>
                <a:latin typeface="Arial" panose="020B0604020202020204" pitchFamily="34" charset="0"/>
                <a:cs typeface="+mn-cs"/>
                <a:hlinkClick r:id="rId3">
                  <a:extLst>
                    <a:ext uri="{A12FA001-AC4F-418D-AE19-62706E023703}">
                      <ahyp:hlinkClr xmlns:ahyp="http://schemas.microsoft.com/office/drawing/2018/hyperlinkcolor" val="tx"/>
                    </a:ext>
                  </a:extLst>
                </a:hlinkClick>
              </a:rPr>
              <a:t>https://www.saavutettavasti.fi/saavutettavat-asiakirjat/powerpoint/</a:t>
            </a:r>
            <a:endParaRPr lang="fi-FI" sz="3200" u="sng" kern="1200" dirty="0">
              <a:solidFill>
                <a:srgbClr val="005EB8"/>
              </a:solidFill>
              <a:effectLst/>
              <a:latin typeface="Arial" panose="020B0604020202020204" pitchFamily="34" charset="0"/>
              <a:cs typeface="+mn-cs"/>
            </a:endParaRPr>
          </a:p>
          <a:p>
            <a:r>
              <a:rPr lang="fi-FI" dirty="0"/>
              <a:t> </a:t>
            </a:r>
          </a:p>
          <a:p>
            <a:r>
              <a:rPr lang="fi-FI" dirty="0"/>
              <a:t>ja (eri ohjelmaversioille ja käyttöjärjestelmille) </a:t>
            </a:r>
            <a:r>
              <a:rPr lang="fi-FI" u="sng" dirty="0">
                <a:solidFill>
                  <a:srgbClr val="0070C0"/>
                </a:solidFill>
              </a:rPr>
              <a:t>https://support.microsoft.com/fi-fi/office/tee-powerpoint-esityksist%C3%A4-helppok%C3%A4ytt%C3%B6isi%C3%A4-toimintarajoitteisille-k%C3%A4ytt%C3%A4jille-6f7772b2-2f33-4bd2-8ca7-dae3b2b3ef25</a:t>
            </a:r>
            <a:endParaRPr lang="fi-FI" b="1" u="sng" dirty="0">
              <a:solidFill>
                <a:srgbClr val="0070C0"/>
              </a:solidFill>
            </a:endParaRPr>
          </a:p>
          <a:p>
            <a:endParaRPr lang="en-GB" dirty="0"/>
          </a:p>
        </p:txBody>
      </p:sp>
      <p:sp>
        <p:nvSpPr>
          <p:cNvPr id="4" name="Slide Number Placeholder 3"/>
          <p:cNvSpPr>
            <a:spLocks noGrp="1"/>
          </p:cNvSpPr>
          <p:nvPr>
            <p:ph type="sldNum" sz="quarter" idx="5"/>
          </p:nvPr>
        </p:nvSpPr>
        <p:spPr/>
        <p:txBody>
          <a:bodyPr/>
          <a:lstStyle/>
          <a:p>
            <a:fld id="{EF764A3F-1CB2-4AFC-BC27-EF2EF4A91705}" type="slidenum">
              <a:rPr lang="fi-FI" smtClean="0"/>
              <a:pPr/>
              <a:t>3</a:t>
            </a:fld>
            <a:endParaRPr lang="fi-FI"/>
          </a:p>
        </p:txBody>
      </p:sp>
    </p:spTree>
    <p:extLst>
      <p:ext uri="{BB962C8B-B14F-4D97-AF65-F5344CB8AC3E}">
        <p14:creationId xmlns:p14="http://schemas.microsoft.com/office/powerpoint/2010/main" val="1132912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reativecommons.org/licenses/by/4.0/" TargetMode="External"/><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hyperlink" Target="https://creativecommons.org/licenses/by-nc-nd/4.0/" TargetMode="External"/><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hyperlink" Target="https://creativecommons.org/licenses/by-sa/4.0/" TargetMode="External"/><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2" Type="http://schemas.openxmlformats.org/officeDocument/2006/relationships/hyperlink" Target="http://www.aalto.fi/" TargetMode="External"/><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hyperlink" Target="http://www.aalto.fi/" TargetMode="External"/><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hyperlink" Target="http://www.aalto.fi/" TargetMode="External"/><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hyperlink" Target="http://www.aalto.fi/" TargetMode="External"/><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fld id="{2BA800C0-3A4D-4F0E-A957-7F1E5DEEC7DA}" type="datetime1">
              <a:rPr lang="fi-FI" smtClean="0"/>
              <a:t>15.10.2026</a:t>
            </a:fld>
            <a:endParaRPr lang="fi-FI" dirty="0"/>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p>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dirty="0"/>
          </a:p>
        </p:txBody>
      </p:sp>
      <p:sp>
        <p:nvSpPr>
          <p:cNvPr id="5" name="Text Placeholder 4">
            <a:extLst>
              <a:ext uri="{FF2B5EF4-FFF2-40B4-BE49-F238E27FC236}">
                <a16:creationId xmlns:a16="http://schemas.microsoft.com/office/drawing/2014/main" id="{685D2EC0-DA54-1467-286B-7FC38FB8B70A}"/>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293848636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solidFill>
                  <a:schemeClr val="bg1"/>
                </a:solidFill>
                <a:latin typeface="+mj-lt"/>
              </a:defRPr>
            </a:lvl1pPr>
          </a:lstStyle>
          <a:p>
            <a:r>
              <a:rPr lang="en-US"/>
              <a:t>Click to edit Master title style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fld id="{3BCB5CE3-7640-4FB5-A2A4-770F0B4450C0}" type="datetime1">
              <a:rPr lang="fi-FI" smtClean="0"/>
              <a:t>15.10.2026</a:t>
            </a:fld>
            <a:endParaRPr lang="fi-FI" dirty="0"/>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dirty="0"/>
          </a:p>
        </p:txBody>
      </p:sp>
      <p:sp>
        <p:nvSpPr>
          <p:cNvPr id="4" name="Text Placeholder 4">
            <a:extLst>
              <a:ext uri="{FF2B5EF4-FFF2-40B4-BE49-F238E27FC236}">
                <a16:creationId xmlns:a16="http://schemas.microsoft.com/office/drawing/2014/main" id="{17CE8771-BE66-1CA7-49E6-9AB044AB7480}"/>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solidFill>
                  <a:schemeClr val="bg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183463509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fld id="{8AA911A1-6509-4B52-A4B5-8D93C55C42FA}" type="datetime1">
              <a:rPr lang="fi-FI" smtClean="0"/>
              <a:t>15.10.2026</a:t>
            </a:fld>
            <a:endParaRPr lang="fi-FI" dirty="0"/>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p>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dirty="0"/>
          </a:p>
        </p:txBody>
      </p:sp>
      <p:sp>
        <p:nvSpPr>
          <p:cNvPr id="4" name="Text Placeholder 4">
            <a:extLst>
              <a:ext uri="{FF2B5EF4-FFF2-40B4-BE49-F238E27FC236}">
                <a16:creationId xmlns:a16="http://schemas.microsoft.com/office/drawing/2014/main" id="{BE8238B0-7820-8869-963C-297CE0971F17}"/>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304392301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fld id="{526D2CFC-8823-4C00-A708-D980B01FF6F0}" type="datetime1">
              <a:rPr lang="fi-FI" smtClean="0"/>
              <a:t>15.10.2026</a:t>
            </a:fld>
            <a:endParaRPr lang="fi-FI" dirty="0"/>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p>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dirty="0"/>
          </a:p>
        </p:txBody>
      </p:sp>
      <p:sp>
        <p:nvSpPr>
          <p:cNvPr id="4" name="Text Placeholder 4">
            <a:extLst>
              <a:ext uri="{FF2B5EF4-FFF2-40B4-BE49-F238E27FC236}">
                <a16:creationId xmlns:a16="http://schemas.microsoft.com/office/drawing/2014/main" id="{FF747EC8-23F9-90B5-2574-99507BD3437C}"/>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41289009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fld id="{F066E027-4D73-4CB7-87BB-6D70A1EEB5D1}" type="datetime1">
              <a:rPr lang="fi-FI" smtClean="0"/>
              <a:t>15.10.2026</a:t>
            </a:fld>
            <a:endParaRPr lang="fi-FI" dirty="0"/>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p>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dirty="0"/>
          </a:p>
        </p:txBody>
      </p:sp>
      <p:sp>
        <p:nvSpPr>
          <p:cNvPr id="4" name="Text Placeholder 4">
            <a:extLst>
              <a:ext uri="{FF2B5EF4-FFF2-40B4-BE49-F238E27FC236}">
                <a16:creationId xmlns:a16="http://schemas.microsoft.com/office/drawing/2014/main" id="{42AFFA61-D07E-1D11-5EDF-C23F0A945B52}"/>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265962725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CC-BY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fld id="{D46EE52C-9E06-4E02-8127-1255946ED61A}" type="datetime1">
              <a:rPr lang="fi-FI" smtClean="0"/>
              <a:t>15.10.2026</a:t>
            </a:fld>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dirty="0"/>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071664" y="6309320"/>
            <a:ext cx="7128792" cy="143869"/>
          </a:xfrm>
        </p:spPr>
        <p:txBody>
          <a:bodyPr/>
          <a:lstStyle/>
          <a:p>
            <a:endParaRPr lang="fi-FI" dirty="0"/>
          </a:p>
        </p:txBody>
      </p:sp>
      <p:pic>
        <p:nvPicPr>
          <p:cNvPr id="8" name="Picture 7">
            <a:hlinkClick r:id="rId2"/>
            <a:extLst>
              <a:ext uri="{FF2B5EF4-FFF2-40B4-BE49-F238E27FC236}">
                <a16:creationId xmlns:a16="http://schemas.microsoft.com/office/drawing/2014/main" id="{F108979D-2C35-8DF7-C967-157BD0DD7FD6}"/>
              </a:ext>
              <a:ext uri="{C183D7F6-B498-43B3-948B-1728B52AA6E4}">
                <adec:decorative xmlns:adec="http://schemas.microsoft.com/office/drawing/2017/decorative" val="1"/>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a:hlinkClick r:id="rId2"/>
            <a:extLst>
              <a:ext uri="{FF2B5EF4-FFF2-40B4-BE49-F238E27FC236}">
                <a16:creationId xmlns:a16="http://schemas.microsoft.com/office/drawing/2014/main" id="{C1BC6918-6C5B-C3AF-A51B-FB591F80BF0B}"/>
              </a:ext>
              <a:ext uri="{C183D7F6-B498-43B3-948B-1728B52AA6E4}">
                <adec:decorative xmlns:adec="http://schemas.microsoft.com/office/drawing/2017/decorative" val="1"/>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 uri="{C183D7F6-B498-43B3-948B-1728B52AA6E4}">
                <adec:decorative xmlns:adec="http://schemas.microsoft.com/office/drawing/2017/decorative" val="1"/>
              </a:ext>
            </a:extLst>
          </p:cNvPr>
          <p:cNvSpPr txBox="1"/>
          <p:nvPr/>
        </p:nvSpPr>
        <p:spPr>
          <a:xfrm>
            <a:off x="1271696" y="6093296"/>
            <a:ext cx="1799968" cy="360040"/>
          </a:xfrm>
          <a:prstGeom prst="rect">
            <a:avLst/>
          </a:prstGeom>
          <a:noFill/>
        </p:spPr>
        <p:txBody>
          <a:bodyPr wrap="square" lIns="0" tIns="0" rIns="0" bIns="0" rtlCol="0" anchor="ctr" anchorCtr="0">
            <a:noAutofit/>
          </a:bodyPr>
          <a:lstStyle/>
          <a:p>
            <a:pPr algn="l"/>
            <a:r>
              <a:rPr lang="en-GB" sz="800" dirty="0">
                <a:solidFill>
                  <a:schemeClr val="tx1"/>
                </a:solidFill>
                <a:effectLst/>
              </a:rPr>
              <a:t>Content is available under</a:t>
            </a:r>
          </a:p>
          <a:p>
            <a:pPr algn="l"/>
            <a:r>
              <a:rPr lang="en-GB" sz="800" dirty="0">
                <a:solidFill>
                  <a:schemeClr val="tx1"/>
                </a:solidFill>
                <a:effectLst/>
              </a:rPr>
              <a:t>CC BY 4.0 unless otherwise stated</a:t>
            </a:r>
          </a:p>
        </p:txBody>
      </p:sp>
      <p:sp>
        <p:nvSpPr>
          <p:cNvPr id="4" name="Text Placeholder 4">
            <a:extLst>
              <a:ext uri="{FF2B5EF4-FFF2-40B4-BE49-F238E27FC236}">
                <a16:creationId xmlns:a16="http://schemas.microsoft.com/office/drawing/2014/main" id="{83EA7968-9906-90DD-0C99-D5655D7F7ABF}"/>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59652645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CC-BY-NC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fld id="{BBD2C13B-943D-4C5D-A3A3-F23FB1E21FDB}" type="datetime1">
              <a:rPr lang="fi-FI" smtClean="0"/>
              <a:t>15.10.2026</a:t>
            </a:fld>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dirty="0"/>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647728" y="6309320"/>
            <a:ext cx="6552728" cy="143869"/>
          </a:xfrm>
        </p:spPr>
        <p:txBody>
          <a:bodyPr/>
          <a:lstStyle/>
          <a:p>
            <a:endParaRPr lang="fi-FI" dirty="0"/>
          </a:p>
        </p:txBody>
      </p:sp>
      <p:pic>
        <p:nvPicPr>
          <p:cNvPr id="8" name="Picture 7">
            <a:hlinkClick r:id="rId2"/>
            <a:extLst>
              <a:ext uri="{FF2B5EF4-FFF2-40B4-BE49-F238E27FC236}">
                <a16:creationId xmlns:a16="http://schemas.microsoft.com/office/drawing/2014/main" id="{F108979D-2C35-8DF7-C967-157BD0DD7FD6}"/>
              </a:ext>
              <a:ext uri="{C183D7F6-B498-43B3-948B-1728B52AA6E4}">
                <adec:decorative xmlns:adec="http://schemas.microsoft.com/office/drawing/2017/decorative" val="1"/>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a:hlinkClick r:id="rId2"/>
            <a:extLst>
              <a:ext uri="{FF2B5EF4-FFF2-40B4-BE49-F238E27FC236}">
                <a16:creationId xmlns:a16="http://schemas.microsoft.com/office/drawing/2014/main" id="{C1BC6918-6C5B-C3AF-A51B-FB591F80BF0B}"/>
              </a:ext>
              <a:ext uri="{C183D7F6-B498-43B3-948B-1728B52AA6E4}">
                <adec:decorative xmlns:adec="http://schemas.microsoft.com/office/drawing/2017/decorative" val="1"/>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 uri="{C183D7F6-B498-43B3-948B-1728B52AA6E4}">
                <adec:decorative xmlns:adec="http://schemas.microsoft.com/office/drawing/2017/decorative" val="1"/>
              </a:ext>
            </a:extLst>
          </p:cNvPr>
          <p:cNvSpPr txBox="1"/>
          <p:nvPr/>
        </p:nvSpPr>
        <p:spPr>
          <a:xfrm>
            <a:off x="1703744" y="6093296"/>
            <a:ext cx="1871976" cy="360040"/>
          </a:xfrm>
          <a:prstGeom prst="rect">
            <a:avLst/>
          </a:prstGeom>
          <a:noFill/>
        </p:spPr>
        <p:txBody>
          <a:bodyPr wrap="square" lIns="0" tIns="0" rIns="0" bIns="0" rtlCol="0" anchor="ctr" anchorCtr="0">
            <a:noAutofit/>
          </a:bodyPr>
          <a:lstStyle/>
          <a:p>
            <a:pPr algn="l"/>
            <a:r>
              <a:rPr lang="en-US" sz="800" dirty="0">
                <a:solidFill>
                  <a:schemeClr val="tx1"/>
                </a:solidFill>
                <a:effectLst/>
              </a:rPr>
              <a:t>Content is available under</a:t>
            </a:r>
          </a:p>
          <a:p>
            <a:pPr algn="l"/>
            <a:r>
              <a:rPr lang="en-US" sz="800" dirty="0">
                <a:solidFill>
                  <a:schemeClr val="tx1"/>
                </a:solidFill>
                <a:effectLst/>
              </a:rPr>
              <a:t>CC BY-NC 4.0 unless otherwise stated</a:t>
            </a:r>
            <a:endParaRPr lang="en-GB" sz="800" dirty="0">
              <a:solidFill>
                <a:schemeClr val="tx1"/>
              </a:solidFill>
              <a:effectLst/>
            </a:endParaRPr>
          </a:p>
        </p:txBody>
      </p:sp>
      <p:pic>
        <p:nvPicPr>
          <p:cNvPr id="4" name="Picture 3">
            <a:hlinkClick r:id="rId2"/>
            <a:extLst>
              <a:ext uri="{FF2B5EF4-FFF2-40B4-BE49-F238E27FC236}">
                <a16:creationId xmlns:a16="http://schemas.microsoft.com/office/drawing/2014/main" id="{746A0EE7-1655-B8BB-A7A6-5A671F5AC352}"/>
              </a:ext>
              <a:ext uri="{C183D7F6-B498-43B3-948B-1728B52AA6E4}">
                <adec:decorative xmlns:adec="http://schemas.microsoft.com/office/drawing/2017/decorative" val="1"/>
              </a:ext>
            </a:extLst>
          </p:cNvPr>
          <p:cNvPicPr>
            <a:picLocks noChangeAspect="1"/>
          </p:cNvPicPr>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1271504" y="6093296"/>
            <a:ext cx="360000" cy="360000"/>
          </a:xfrm>
          <a:prstGeom prst="rect">
            <a:avLst/>
          </a:prstGeom>
        </p:spPr>
      </p:pic>
      <p:sp>
        <p:nvSpPr>
          <p:cNvPr id="5" name="Text Placeholder 4">
            <a:extLst>
              <a:ext uri="{FF2B5EF4-FFF2-40B4-BE49-F238E27FC236}">
                <a16:creationId xmlns:a16="http://schemas.microsoft.com/office/drawing/2014/main" id="{B576FF73-4D19-0D8D-6148-301F8C2E2B2C}"/>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132329590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CC-BY-SA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fld id="{DF247113-8288-4B24-AD4B-4735DC9CBA39}" type="datetime1">
              <a:rPr lang="fi-FI" smtClean="0"/>
              <a:t>15.10.2026</a:t>
            </a:fld>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dirty="0"/>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647728" y="6309320"/>
            <a:ext cx="6552728" cy="143869"/>
          </a:xfrm>
        </p:spPr>
        <p:txBody>
          <a:bodyPr/>
          <a:lstStyle/>
          <a:p>
            <a:endParaRPr lang="fi-FI" dirty="0"/>
          </a:p>
        </p:txBody>
      </p:sp>
      <p:pic>
        <p:nvPicPr>
          <p:cNvPr id="8" name="Picture 7">
            <a:hlinkClick r:id="rId2"/>
            <a:extLst>
              <a:ext uri="{FF2B5EF4-FFF2-40B4-BE49-F238E27FC236}">
                <a16:creationId xmlns:a16="http://schemas.microsoft.com/office/drawing/2014/main" id="{F108979D-2C35-8DF7-C967-157BD0DD7FD6}"/>
              </a:ext>
              <a:ext uri="{C183D7F6-B498-43B3-948B-1728B52AA6E4}">
                <adec:decorative xmlns:adec="http://schemas.microsoft.com/office/drawing/2017/decorative" val="1"/>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a:hlinkClick r:id="rId2"/>
            <a:extLst>
              <a:ext uri="{FF2B5EF4-FFF2-40B4-BE49-F238E27FC236}">
                <a16:creationId xmlns:a16="http://schemas.microsoft.com/office/drawing/2014/main" id="{C1BC6918-6C5B-C3AF-A51B-FB591F80BF0B}"/>
              </a:ext>
              <a:ext uri="{C183D7F6-B498-43B3-948B-1728B52AA6E4}">
                <adec:decorative xmlns:adec="http://schemas.microsoft.com/office/drawing/2017/decorative" val="1"/>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 uri="{C183D7F6-B498-43B3-948B-1728B52AA6E4}">
                <adec:decorative xmlns:adec="http://schemas.microsoft.com/office/drawing/2017/decorative" val="1"/>
              </a:ext>
            </a:extLst>
          </p:cNvPr>
          <p:cNvSpPr txBox="1"/>
          <p:nvPr/>
        </p:nvSpPr>
        <p:spPr>
          <a:xfrm>
            <a:off x="1703744" y="6093296"/>
            <a:ext cx="1871976" cy="360040"/>
          </a:xfrm>
          <a:prstGeom prst="rect">
            <a:avLst/>
          </a:prstGeom>
          <a:noFill/>
        </p:spPr>
        <p:txBody>
          <a:bodyPr wrap="square" lIns="0" tIns="0" rIns="0" bIns="0" rtlCol="0" anchor="ctr" anchorCtr="0">
            <a:noAutofit/>
          </a:bodyPr>
          <a:lstStyle/>
          <a:p>
            <a:pPr algn="l"/>
            <a:r>
              <a:rPr lang="en-US" sz="800" dirty="0">
                <a:solidFill>
                  <a:schemeClr val="tx1"/>
                </a:solidFill>
                <a:effectLst/>
              </a:rPr>
              <a:t>Content is available under</a:t>
            </a:r>
          </a:p>
          <a:p>
            <a:pPr algn="l"/>
            <a:r>
              <a:rPr lang="en-US" sz="800" dirty="0">
                <a:solidFill>
                  <a:schemeClr val="tx1"/>
                </a:solidFill>
                <a:effectLst/>
              </a:rPr>
              <a:t>CC BY-SA 4.0 unless otherwise stated</a:t>
            </a:r>
            <a:endParaRPr lang="en-GB" sz="800" dirty="0">
              <a:solidFill>
                <a:schemeClr val="tx1"/>
              </a:solidFill>
              <a:effectLst/>
            </a:endParaRPr>
          </a:p>
        </p:txBody>
      </p:sp>
      <p:pic>
        <p:nvPicPr>
          <p:cNvPr id="6" name="Picture 5">
            <a:hlinkClick r:id="rId2"/>
            <a:extLst>
              <a:ext uri="{FF2B5EF4-FFF2-40B4-BE49-F238E27FC236}">
                <a16:creationId xmlns:a16="http://schemas.microsoft.com/office/drawing/2014/main" id="{FC0491D6-8735-CD8F-1C61-5F39FCFAC6E9}"/>
              </a:ext>
              <a:ext uri="{C183D7F6-B498-43B3-948B-1728B52AA6E4}">
                <adec:decorative xmlns:adec="http://schemas.microsoft.com/office/drawing/2017/decorative" val="1"/>
              </a:ext>
            </a:extLst>
          </p:cNvPr>
          <p:cNvPicPr>
            <a:picLocks noChangeAspect="1"/>
          </p:cNvPicPr>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1271464" y="6093296"/>
            <a:ext cx="360000" cy="360000"/>
          </a:xfrm>
          <a:prstGeom prst="rect">
            <a:avLst/>
          </a:prstGeom>
        </p:spPr>
      </p:pic>
      <p:sp>
        <p:nvSpPr>
          <p:cNvPr id="4" name="Text Placeholder 4">
            <a:extLst>
              <a:ext uri="{FF2B5EF4-FFF2-40B4-BE49-F238E27FC236}">
                <a16:creationId xmlns:a16="http://schemas.microsoft.com/office/drawing/2014/main" id="{55BB1539-68FC-64F1-1A32-3717514C54D6}"/>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2863089145"/>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Red">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spcBef>
                <a:spcPts val="0"/>
              </a:spcBef>
              <a:defRPr lang="en-US" sz="1200" dirty="0"/>
            </a:lvl1pPr>
          </a:lstStyle>
          <a:p>
            <a:pPr marR="0" lvl="0" fontAlgn="auto">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Aft>
                <a:spcPts val="0"/>
              </a:spcAft>
              <a:buClrTx/>
              <a:buSzTx/>
              <a:tabLst/>
            </a:pPr>
            <a:endParaRPr lang="en-US" dirty="0"/>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dirty="0"/>
              <a:t>Headline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43A70D3C-0CC8-FE4E-F52B-53CE8B81A6CF}"/>
              </a:ext>
            </a:extLst>
          </p:cNvPr>
          <p:cNvSpPr>
            <a:spLocks noGrp="1"/>
          </p:cNvSpPr>
          <p:nvPr>
            <p:ph type="dt" sz="half" idx="14"/>
          </p:nvPr>
        </p:nvSpPr>
        <p:spPr/>
        <p:txBody>
          <a:bodyPr/>
          <a:lstStyle/>
          <a:p>
            <a:fld id="{4D32C0E9-F6CE-4F30-8D80-9FF45B3657AE}" type="datetime1">
              <a:rPr lang="fi-FI" smtClean="0"/>
              <a:t>15.10.2026</a:t>
            </a:fld>
            <a:endParaRPr lang="fi-FI" dirty="0"/>
          </a:p>
        </p:txBody>
      </p:sp>
      <p:sp>
        <p:nvSpPr>
          <p:cNvPr id="5" name="Footer Placeholder 4">
            <a:extLst>
              <a:ext uri="{FF2B5EF4-FFF2-40B4-BE49-F238E27FC236}">
                <a16:creationId xmlns:a16="http://schemas.microsoft.com/office/drawing/2014/main" id="{6435823F-DD19-8F3B-CB31-DC7AB7F7DD25}"/>
              </a:ext>
            </a:extLst>
          </p:cNvPr>
          <p:cNvSpPr>
            <a:spLocks noGrp="1"/>
          </p:cNvSpPr>
          <p:nvPr>
            <p:ph type="ftr" sz="quarter" idx="15"/>
          </p:nvPr>
        </p:nvSpPr>
        <p:spPr/>
        <p:txBody>
          <a:bodyPr/>
          <a:lstStyle/>
          <a:p>
            <a:endParaRPr lang="fi-FI" dirty="0"/>
          </a:p>
        </p:txBody>
      </p:sp>
      <p:sp>
        <p:nvSpPr>
          <p:cNvPr id="6" name="Slide Number Placeholder 5">
            <a:extLst>
              <a:ext uri="{FF2B5EF4-FFF2-40B4-BE49-F238E27FC236}">
                <a16:creationId xmlns:a16="http://schemas.microsoft.com/office/drawing/2014/main" id="{97CA50C0-8868-D9E3-6151-7FEB6CA03A3F}"/>
              </a:ext>
            </a:extLst>
          </p:cNvPr>
          <p:cNvSpPr>
            <a:spLocks noGrp="1"/>
          </p:cNvSpPr>
          <p:nvPr>
            <p:ph type="sldNum" sz="quarter" idx="16"/>
          </p:nvPr>
        </p:nvSpPr>
        <p:spPr/>
        <p:txBody>
          <a:bodyPr/>
          <a:lstStyle/>
          <a:p>
            <a:fld id="{D701140D-C14F-41CA-99FC-0EF83E8DA40A}" type="slidenum">
              <a:rPr lang="fi-FI" smtClean="0"/>
              <a:pPr/>
              <a:t>‹#›</a:t>
            </a:fld>
            <a:endParaRPr lang="fi-FI" dirty="0"/>
          </a:p>
        </p:txBody>
      </p:sp>
      <p:sp>
        <p:nvSpPr>
          <p:cNvPr id="9" name="Text Placeholder 4">
            <a:extLst>
              <a:ext uri="{FF2B5EF4-FFF2-40B4-BE49-F238E27FC236}">
                <a16:creationId xmlns:a16="http://schemas.microsoft.com/office/drawing/2014/main" id="{85D974B8-11FD-E356-FB5B-3122C8279C54}"/>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3957618104"/>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ue">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dirty="0"/>
              <a:t>Headline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692D525C-3081-B968-0AF5-7BEF0546FF81}"/>
              </a:ext>
            </a:extLst>
          </p:cNvPr>
          <p:cNvSpPr>
            <a:spLocks noGrp="1"/>
          </p:cNvSpPr>
          <p:nvPr>
            <p:ph type="dt" sz="half" idx="14"/>
          </p:nvPr>
        </p:nvSpPr>
        <p:spPr/>
        <p:txBody>
          <a:bodyPr/>
          <a:lstStyle/>
          <a:p>
            <a:fld id="{16E1DA7C-1B08-4EB5-987E-7E79D498F0DB}" type="datetime1">
              <a:rPr lang="fi-FI" smtClean="0"/>
              <a:t>15.10.2026</a:t>
            </a:fld>
            <a:endParaRPr lang="fi-FI" dirty="0"/>
          </a:p>
        </p:txBody>
      </p:sp>
      <p:sp>
        <p:nvSpPr>
          <p:cNvPr id="5" name="Footer Placeholder 4">
            <a:extLst>
              <a:ext uri="{FF2B5EF4-FFF2-40B4-BE49-F238E27FC236}">
                <a16:creationId xmlns:a16="http://schemas.microsoft.com/office/drawing/2014/main" id="{392A5AC0-B982-BC97-275E-413CCD6728D9}"/>
              </a:ext>
            </a:extLst>
          </p:cNvPr>
          <p:cNvSpPr>
            <a:spLocks noGrp="1"/>
          </p:cNvSpPr>
          <p:nvPr>
            <p:ph type="ftr" sz="quarter" idx="15"/>
          </p:nvPr>
        </p:nvSpPr>
        <p:spPr/>
        <p:txBody>
          <a:bodyPr/>
          <a:lstStyle/>
          <a:p>
            <a:endParaRPr lang="fi-FI" dirty="0"/>
          </a:p>
        </p:txBody>
      </p:sp>
      <p:sp>
        <p:nvSpPr>
          <p:cNvPr id="6" name="Slide Number Placeholder 5">
            <a:extLst>
              <a:ext uri="{FF2B5EF4-FFF2-40B4-BE49-F238E27FC236}">
                <a16:creationId xmlns:a16="http://schemas.microsoft.com/office/drawing/2014/main" id="{7A42E97D-600F-96A3-1815-D8FD599585FB}"/>
              </a:ext>
            </a:extLst>
          </p:cNvPr>
          <p:cNvSpPr>
            <a:spLocks noGrp="1"/>
          </p:cNvSpPr>
          <p:nvPr>
            <p:ph type="sldNum" sz="quarter" idx="16"/>
          </p:nvPr>
        </p:nvSpPr>
        <p:spPr/>
        <p:txBody>
          <a:bodyPr/>
          <a:lstStyle/>
          <a:p>
            <a:fld id="{D701140D-C14F-41CA-99FC-0EF83E8DA40A}" type="slidenum">
              <a:rPr lang="fi-FI" smtClean="0"/>
              <a:pPr/>
              <a:t>‹#›</a:t>
            </a:fld>
            <a:endParaRPr lang="fi-FI" dirty="0"/>
          </a:p>
        </p:txBody>
      </p:sp>
      <p:sp>
        <p:nvSpPr>
          <p:cNvPr id="9" name="Text Placeholder 4">
            <a:extLst>
              <a:ext uri="{FF2B5EF4-FFF2-40B4-BE49-F238E27FC236}">
                <a16:creationId xmlns:a16="http://schemas.microsoft.com/office/drawing/2014/main" id="{4E29A865-2001-B925-B058-7F4CEC8FF5BF}"/>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15484076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Yellow">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dirty="0"/>
              <a:t>Headline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769F6B43-DE36-0148-A7EA-157879F29459}"/>
              </a:ext>
            </a:extLst>
          </p:cNvPr>
          <p:cNvSpPr>
            <a:spLocks noGrp="1"/>
          </p:cNvSpPr>
          <p:nvPr>
            <p:ph type="dt" sz="half" idx="14"/>
          </p:nvPr>
        </p:nvSpPr>
        <p:spPr/>
        <p:txBody>
          <a:bodyPr/>
          <a:lstStyle/>
          <a:p>
            <a:fld id="{F319856C-22BD-41FC-AF81-1BB70C92327F}" type="datetime1">
              <a:rPr lang="fi-FI" smtClean="0"/>
              <a:t>15.10.2026</a:t>
            </a:fld>
            <a:endParaRPr lang="fi-FI" dirty="0"/>
          </a:p>
        </p:txBody>
      </p:sp>
      <p:sp>
        <p:nvSpPr>
          <p:cNvPr id="5" name="Footer Placeholder 4">
            <a:extLst>
              <a:ext uri="{FF2B5EF4-FFF2-40B4-BE49-F238E27FC236}">
                <a16:creationId xmlns:a16="http://schemas.microsoft.com/office/drawing/2014/main" id="{5FD05162-E4FC-F030-07AC-FC3AEEFFF4E1}"/>
              </a:ext>
            </a:extLst>
          </p:cNvPr>
          <p:cNvSpPr>
            <a:spLocks noGrp="1"/>
          </p:cNvSpPr>
          <p:nvPr>
            <p:ph type="ftr" sz="quarter" idx="15"/>
          </p:nvPr>
        </p:nvSpPr>
        <p:spPr/>
        <p:txBody>
          <a:bodyPr/>
          <a:lstStyle/>
          <a:p>
            <a:endParaRPr lang="fi-FI" dirty="0"/>
          </a:p>
        </p:txBody>
      </p:sp>
      <p:sp>
        <p:nvSpPr>
          <p:cNvPr id="6" name="Slide Number Placeholder 5">
            <a:extLst>
              <a:ext uri="{FF2B5EF4-FFF2-40B4-BE49-F238E27FC236}">
                <a16:creationId xmlns:a16="http://schemas.microsoft.com/office/drawing/2014/main" id="{102E61C5-655F-9E60-460E-8B16B76A7F3A}"/>
              </a:ext>
            </a:extLst>
          </p:cNvPr>
          <p:cNvSpPr>
            <a:spLocks noGrp="1"/>
          </p:cNvSpPr>
          <p:nvPr>
            <p:ph type="sldNum" sz="quarter" idx="16"/>
          </p:nvPr>
        </p:nvSpPr>
        <p:spPr/>
        <p:txBody>
          <a:bodyPr/>
          <a:lstStyle/>
          <a:p>
            <a:fld id="{D701140D-C14F-41CA-99FC-0EF83E8DA40A}" type="slidenum">
              <a:rPr lang="fi-FI" smtClean="0"/>
              <a:pPr/>
              <a:t>‹#›</a:t>
            </a:fld>
            <a:endParaRPr lang="fi-FI" dirty="0"/>
          </a:p>
        </p:txBody>
      </p:sp>
      <p:sp>
        <p:nvSpPr>
          <p:cNvPr id="9" name="Text Placeholder 4">
            <a:extLst>
              <a:ext uri="{FF2B5EF4-FFF2-40B4-BE49-F238E27FC236}">
                <a16:creationId xmlns:a16="http://schemas.microsoft.com/office/drawing/2014/main" id="{8E73BB4C-6EC5-371E-1EAE-C8A6FEDC360F}"/>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2908200134"/>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Whit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dirty="0"/>
              <a:t>Headline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45E78DCC-4AC7-C533-30A2-5C63D26BDB4B}"/>
              </a:ext>
            </a:extLst>
          </p:cNvPr>
          <p:cNvSpPr>
            <a:spLocks noGrp="1"/>
          </p:cNvSpPr>
          <p:nvPr>
            <p:ph type="dt" sz="half" idx="14"/>
          </p:nvPr>
        </p:nvSpPr>
        <p:spPr/>
        <p:txBody>
          <a:bodyPr/>
          <a:lstStyle/>
          <a:p>
            <a:fld id="{94EEE8A0-D200-44C7-99BF-B78899738F43}" type="datetime1">
              <a:rPr lang="fi-FI" smtClean="0"/>
              <a:t>15.10.2026</a:t>
            </a:fld>
            <a:endParaRPr lang="fi-FI" dirty="0"/>
          </a:p>
        </p:txBody>
      </p:sp>
      <p:sp>
        <p:nvSpPr>
          <p:cNvPr id="5" name="Footer Placeholder 4">
            <a:extLst>
              <a:ext uri="{FF2B5EF4-FFF2-40B4-BE49-F238E27FC236}">
                <a16:creationId xmlns:a16="http://schemas.microsoft.com/office/drawing/2014/main" id="{F13AEA57-51F9-8677-BE77-6A173FB52ACF}"/>
              </a:ext>
            </a:extLst>
          </p:cNvPr>
          <p:cNvSpPr>
            <a:spLocks noGrp="1"/>
          </p:cNvSpPr>
          <p:nvPr>
            <p:ph type="ftr" sz="quarter" idx="15"/>
          </p:nvPr>
        </p:nvSpPr>
        <p:spPr/>
        <p:txBody>
          <a:bodyPr/>
          <a:lstStyle/>
          <a:p>
            <a:endParaRPr lang="fi-FI" dirty="0"/>
          </a:p>
        </p:txBody>
      </p:sp>
      <p:sp>
        <p:nvSpPr>
          <p:cNvPr id="6" name="Slide Number Placeholder 5">
            <a:extLst>
              <a:ext uri="{FF2B5EF4-FFF2-40B4-BE49-F238E27FC236}">
                <a16:creationId xmlns:a16="http://schemas.microsoft.com/office/drawing/2014/main" id="{545089EB-5ECF-87F1-77A7-C15D7B25B777}"/>
              </a:ext>
            </a:extLst>
          </p:cNvPr>
          <p:cNvSpPr>
            <a:spLocks noGrp="1"/>
          </p:cNvSpPr>
          <p:nvPr>
            <p:ph type="sldNum" sz="quarter" idx="16"/>
          </p:nvPr>
        </p:nvSpPr>
        <p:spPr/>
        <p:txBody>
          <a:bodyPr/>
          <a:lstStyle/>
          <a:p>
            <a:fld id="{D701140D-C14F-41CA-99FC-0EF83E8DA40A}" type="slidenum">
              <a:rPr lang="fi-FI" smtClean="0"/>
              <a:pPr/>
              <a:t>‹#›</a:t>
            </a:fld>
            <a:endParaRPr lang="fi-FI" dirty="0"/>
          </a:p>
        </p:txBody>
      </p:sp>
      <p:sp>
        <p:nvSpPr>
          <p:cNvPr id="9" name="Text Placeholder 4">
            <a:extLst>
              <a:ext uri="{FF2B5EF4-FFF2-40B4-BE49-F238E27FC236}">
                <a16:creationId xmlns:a16="http://schemas.microsoft.com/office/drawing/2014/main" id="{7D5F13A0-8C72-600B-9974-1DCA3E4159DC}"/>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352650258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ack">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solidFill>
                  <a:schemeClr val="bg1"/>
                </a:solidFill>
                <a:latin typeface="+mj-lt"/>
              </a:defRPr>
            </a:lvl1pPr>
          </a:lstStyle>
          <a:p>
            <a:r>
              <a:rPr lang="en-US" dirty="0"/>
              <a:t>Headline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68E7816-46AF-EDE4-B973-3A70EF994BCC}"/>
              </a:ext>
            </a:extLst>
          </p:cNvPr>
          <p:cNvSpPr>
            <a:spLocks noGrp="1"/>
          </p:cNvSpPr>
          <p:nvPr>
            <p:ph type="dt" sz="half" idx="14"/>
          </p:nvPr>
        </p:nvSpPr>
        <p:spPr/>
        <p:txBody>
          <a:bodyPr/>
          <a:lstStyle>
            <a:lvl1pPr>
              <a:defRPr>
                <a:solidFill>
                  <a:schemeClr val="bg1"/>
                </a:solidFill>
              </a:defRPr>
            </a:lvl1pPr>
          </a:lstStyle>
          <a:p>
            <a:fld id="{02096FD4-9DA7-448F-84D9-CC7ED86D62AD}" type="datetime1">
              <a:rPr lang="fi-FI" smtClean="0"/>
              <a:t>15.10.2026</a:t>
            </a:fld>
            <a:endParaRPr lang="fi-FI" dirty="0"/>
          </a:p>
        </p:txBody>
      </p:sp>
      <p:sp>
        <p:nvSpPr>
          <p:cNvPr id="5" name="Footer Placeholder 4">
            <a:extLst>
              <a:ext uri="{FF2B5EF4-FFF2-40B4-BE49-F238E27FC236}">
                <a16:creationId xmlns:a16="http://schemas.microsoft.com/office/drawing/2014/main" id="{E3E6E867-4E34-AE05-3565-F0277F684973}"/>
              </a:ext>
            </a:extLst>
          </p:cNvPr>
          <p:cNvSpPr>
            <a:spLocks noGrp="1"/>
          </p:cNvSpPr>
          <p:nvPr>
            <p:ph type="ftr" sz="quarter" idx="15"/>
          </p:nvPr>
        </p:nvSpPr>
        <p:spPr/>
        <p:txBody>
          <a:bodyPr/>
          <a:lstStyle>
            <a:lvl1pPr>
              <a:defRPr>
                <a:solidFill>
                  <a:schemeClr val="bg1"/>
                </a:solidFill>
              </a:defRPr>
            </a:lvl1pPr>
          </a:lstStyle>
          <a:p>
            <a:endParaRPr lang="fi-FI" dirty="0"/>
          </a:p>
        </p:txBody>
      </p:sp>
      <p:sp>
        <p:nvSpPr>
          <p:cNvPr id="6" name="Slide Number Placeholder 5">
            <a:extLst>
              <a:ext uri="{FF2B5EF4-FFF2-40B4-BE49-F238E27FC236}">
                <a16:creationId xmlns:a16="http://schemas.microsoft.com/office/drawing/2014/main" id="{1C11884A-89D7-C67B-7CC3-A45310410CE1}"/>
              </a:ext>
            </a:extLst>
          </p:cNvPr>
          <p:cNvSpPr>
            <a:spLocks noGrp="1"/>
          </p:cNvSpPr>
          <p:nvPr>
            <p:ph type="sldNum" sz="quarter" idx="16"/>
          </p:nvPr>
        </p:nvSpPr>
        <p:spPr/>
        <p:txBody>
          <a:bodyPr/>
          <a:lstStyle>
            <a:lvl1pPr>
              <a:defRPr>
                <a:solidFill>
                  <a:schemeClr val="bg1"/>
                </a:solidFill>
              </a:defRPr>
            </a:lvl1pPr>
          </a:lstStyle>
          <a:p>
            <a:fld id="{D701140D-C14F-41CA-99FC-0EF83E8DA40A}" type="slidenum">
              <a:rPr lang="fi-FI" smtClean="0"/>
              <a:pPr/>
              <a:t>‹#›</a:t>
            </a:fld>
            <a:endParaRPr lang="fi-FI" dirty="0"/>
          </a:p>
        </p:txBody>
      </p:sp>
      <p:sp>
        <p:nvSpPr>
          <p:cNvPr id="9" name="Text Placeholder 4">
            <a:extLst>
              <a:ext uri="{FF2B5EF4-FFF2-40B4-BE49-F238E27FC236}">
                <a16:creationId xmlns:a16="http://schemas.microsoft.com/office/drawing/2014/main" id="{FB5327C8-35AE-43B7-A01A-DC1FE2F0BEF1}"/>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solidFill>
                  <a:schemeClr val="bg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36632032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Red 2">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dirty="0"/>
              <a:t>Headline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2FAC22D7-D1D6-D8DB-06A4-46EE3349040B}"/>
              </a:ext>
            </a:extLst>
          </p:cNvPr>
          <p:cNvSpPr>
            <a:spLocks noGrp="1"/>
          </p:cNvSpPr>
          <p:nvPr>
            <p:ph type="dt" sz="half" idx="14"/>
          </p:nvPr>
        </p:nvSpPr>
        <p:spPr/>
        <p:txBody>
          <a:bodyPr/>
          <a:lstStyle/>
          <a:p>
            <a:fld id="{FFF71782-49DF-4251-96C1-1ED1AEE07179}" type="datetime1">
              <a:rPr lang="fi-FI" smtClean="0"/>
              <a:t>15.10.2026</a:t>
            </a:fld>
            <a:endParaRPr lang="fi-FI" dirty="0"/>
          </a:p>
        </p:txBody>
      </p:sp>
      <p:sp>
        <p:nvSpPr>
          <p:cNvPr id="5" name="Footer Placeholder 4">
            <a:extLst>
              <a:ext uri="{FF2B5EF4-FFF2-40B4-BE49-F238E27FC236}">
                <a16:creationId xmlns:a16="http://schemas.microsoft.com/office/drawing/2014/main" id="{1A1A431B-3F31-0E0E-6255-138EC93AAE64}"/>
              </a:ext>
            </a:extLst>
          </p:cNvPr>
          <p:cNvSpPr>
            <a:spLocks noGrp="1"/>
          </p:cNvSpPr>
          <p:nvPr>
            <p:ph type="ftr" sz="quarter" idx="15"/>
          </p:nvPr>
        </p:nvSpPr>
        <p:spPr/>
        <p:txBody>
          <a:bodyPr/>
          <a:lstStyle/>
          <a:p>
            <a:endParaRPr lang="fi-FI" dirty="0"/>
          </a:p>
        </p:txBody>
      </p:sp>
      <p:sp>
        <p:nvSpPr>
          <p:cNvPr id="6" name="Slide Number Placeholder 5">
            <a:extLst>
              <a:ext uri="{FF2B5EF4-FFF2-40B4-BE49-F238E27FC236}">
                <a16:creationId xmlns:a16="http://schemas.microsoft.com/office/drawing/2014/main" id="{D5BEC0DB-FC2B-561F-42FF-3B0802FA5285}"/>
              </a:ext>
            </a:extLst>
          </p:cNvPr>
          <p:cNvSpPr>
            <a:spLocks noGrp="1"/>
          </p:cNvSpPr>
          <p:nvPr>
            <p:ph type="sldNum" sz="quarter" idx="16"/>
          </p:nvPr>
        </p:nvSpPr>
        <p:spPr/>
        <p:txBody>
          <a:bodyPr/>
          <a:lstStyle/>
          <a:p>
            <a:fld id="{D701140D-C14F-41CA-99FC-0EF83E8DA40A}" type="slidenum">
              <a:rPr lang="fi-FI" smtClean="0"/>
              <a:pPr/>
              <a:t>‹#›</a:t>
            </a:fld>
            <a:endParaRPr lang="fi-FI" dirty="0"/>
          </a:p>
        </p:txBody>
      </p:sp>
      <p:sp>
        <p:nvSpPr>
          <p:cNvPr id="9" name="Text Placeholder 4">
            <a:extLst>
              <a:ext uri="{FF2B5EF4-FFF2-40B4-BE49-F238E27FC236}">
                <a16:creationId xmlns:a16="http://schemas.microsoft.com/office/drawing/2014/main" id="{DA234B95-8F0F-4EC3-9F33-8DD846B5BE8C}"/>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267922794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ue 2">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dirty="0"/>
              <a:t>Headline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F01F7BF-6136-1293-03E9-87CB159D78B4}"/>
              </a:ext>
            </a:extLst>
          </p:cNvPr>
          <p:cNvSpPr>
            <a:spLocks noGrp="1"/>
          </p:cNvSpPr>
          <p:nvPr>
            <p:ph type="dt" sz="half" idx="14"/>
          </p:nvPr>
        </p:nvSpPr>
        <p:spPr/>
        <p:txBody>
          <a:bodyPr/>
          <a:lstStyle/>
          <a:p>
            <a:fld id="{BC625B14-2B4E-49A1-983C-100F50A12452}" type="datetime1">
              <a:rPr lang="fi-FI" smtClean="0"/>
              <a:t>15.10.2026</a:t>
            </a:fld>
            <a:endParaRPr lang="fi-FI" dirty="0"/>
          </a:p>
        </p:txBody>
      </p:sp>
      <p:sp>
        <p:nvSpPr>
          <p:cNvPr id="5" name="Footer Placeholder 4">
            <a:extLst>
              <a:ext uri="{FF2B5EF4-FFF2-40B4-BE49-F238E27FC236}">
                <a16:creationId xmlns:a16="http://schemas.microsoft.com/office/drawing/2014/main" id="{48FE259E-7E55-6AB4-BF0A-B44DAFEF9901}"/>
              </a:ext>
            </a:extLst>
          </p:cNvPr>
          <p:cNvSpPr>
            <a:spLocks noGrp="1"/>
          </p:cNvSpPr>
          <p:nvPr>
            <p:ph type="ftr" sz="quarter" idx="15"/>
          </p:nvPr>
        </p:nvSpPr>
        <p:spPr/>
        <p:txBody>
          <a:bodyPr/>
          <a:lstStyle/>
          <a:p>
            <a:endParaRPr lang="fi-FI" dirty="0"/>
          </a:p>
        </p:txBody>
      </p:sp>
      <p:sp>
        <p:nvSpPr>
          <p:cNvPr id="6" name="Slide Number Placeholder 5">
            <a:extLst>
              <a:ext uri="{FF2B5EF4-FFF2-40B4-BE49-F238E27FC236}">
                <a16:creationId xmlns:a16="http://schemas.microsoft.com/office/drawing/2014/main" id="{8F96378F-80BB-E789-AD86-D9EA44DA29E9}"/>
              </a:ext>
            </a:extLst>
          </p:cNvPr>
          <p:cNvSpPr>
            <a:spLocks noGrp="1"/>
          </p:cNvSpPr>
          <p:nvPr>
            <p:ph type="sldNum" sz="quarter" idx="16"/>
          </p:nvPr>
        </p:nvSpPr>
        <p:spPr/>
        <p:txBody>
          <a:bodyPr/>
          <a:lstStyle/>
          <a:p>
            <a:fld id="{D701140D-C14F-41CA-99FC-0EF83E8DA40A}" type="slidenum">
              <a:rPr lang="fi-FI" smtClean="0"/>
              <a:pPr/>
              <a:t>‹#›</a:t>
            </a:fld>
            <a:endParaRPr lang="fi-FI" dirty="0"/>
          </a:p>
        </p:txBody>
      </p:sp>
      <p:sp>
        <p:nvSpPr>
          <p:cNvPr id="9" name="Text Placeholder 4">
            <a:extLst>
              <a:ext uri="{FF2B5EF4-FFF2-40B4-BE49-F238E27FC236}">
                <a16:creationId xmlns:a16="http://schemas.microsoft.com/office/drawing/2014/main" id="{F82C49FA-163A-6789-9F54-6B5716B363AC}"/>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1925224260"/>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Yellow 2">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dirty="0"/>
              <a:t>Headline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EB261AA-A967-344D-10CF-A52EC9EFC271}"/>
              </a:ext>
            </a:extLst>
          </p:cNvPr>
          <p:cNvSpPr>
            <a:spLocks noGrp="1"/>
          </p:cNvSpPr>
          <p:nvPr>
            <p:ph type="dt" sz="half" idx="14"/>
          </p:nvPr>
        </p:nvSpPr>
        <p:spPr/>
        <p:txBody>
          <a:bodyPr/>
          <a:lstStyle/>
          <a:p>
            <a:fld id="{4796F3FE-7809-47F6-A8C4-E1B9C9C651E4}" type="datetime1">
              <a:rPr lang="fi-FI" smtClean="0"/>
              <a:t>15.10.2026</a:t>
            </a:fld>
            <a:endParaRPr lang="fi-FI" dirty="0"/>
          </a:p>
        </p:txBody>
      </p:sp>
      <p:sp>
        <p:nvSpPr>
          <p:cNvPr id="5" name="Footer Placeholder 4">
            <a:extLst>
              <a:ext uri="{FF2B5EF4-FFF2-40B4-BE49-F238E27FC236}">
                <a16:creationId xmlns:a16="http://schemas.microsoft.com/office/drawing/2014/main" id="{DC5CAA6F-5588-75A0-B42A-E7B4358C7B7E}"/>
              </a:ext>
            </a:extLst>
          </p:cNvPr>
          <p:cNvSpPr>
            <a:spLocks noGrp="1"/>
          </p:cNvSpPr>
          <p:nvPr>
            <p:ph type="ftr" sz="quarter" idx="15"/>
          </p:nvPr>
        </p:nvSpPr>
        <p:spPr/>
        <p:txBody>
          <a:bodyPr/>
          <a:lstStyle/>
          <a:p>
            <a:endParaRPr lang="fi-FI" dirty="0"/>
          </a:p>
        </p:txBody>
      </p:sp>
      <p:sp>
        <p:nvSpPr>
          <p:cNvPr id="6" name="Slide Number Placeholder 5">
            <a:extLst>
              <a:ext uri="{FF2B5EF4-FFF2-40B4-BE49-F238E27FC236}">
                <a16:creationId xmlns:a16="http://schemas.microsoft.com/office/drawing/2014/main" id="{9C4CB569-8C10-87E5-2F35-74ED3EF15E59}"/>
              </a:ext>
            </a:extLst>
          </p:cNvPr>
          <p:cNvSpPr>
            <a:spLocks noGrp="1"/>
          </p:cNvSpPr>
          <p:nvPr>
            <p:ph type="sldNum" sz="quarter" idx="16"/>
          </p:nvPr>
        </p:nvSpPr>
        <p:spPr/>
        <p:txBody>
          <a:bodyPr/>
          <a:lstStyle/>
          <a:p>
            <a:fld id="{D701140D-C14F-41CA-99FC-0EF83E8DA40A}" type="slidenum">
              <a:rPr lang="fi-FI" smtClean="0"/>
              <a:pPr/>
              <a:t>‹#›</a:t>
            </a:fld>
            <a:endParaRPr lang="fi-FI" dirty="0"/>
          </a:p>
        </p:txBody>
      </p:sp>
      <p:sp>
        <p:nvSpPr>
          <p:cNvPr id="9" name="Text Placeholder 4">
            <a:extLst>
              <a:ext uri="{FF2B5EF4-FFF2-40B4-BE49-F238E27FC236}">
                <a16:creationId xmlns:a16="http://schemas.microsoft.com/office/drawing/2014/main" id="{8771EAB8-E976-3394-3EDD-274481E21104}"/>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367319575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White 2">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dirty="0"/>
              <a:t>Headline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8ECE10FE-B9CB-31C9-C131-FA8A9355BEFC}"/>
              </a:ext>
            </a:extLst>
          </p:cNvPr>
          <p:cNvSpPr>
            <a:spLocks noGrp="1"/>
          </p:cNvSpPr>
          <p:nvPr>
            <p:ph type="dt" sz="half" idx="14"/>
          </p:nvPr>
        </p:nvSpPr>
        <p:spPr/>
        <p:txBody>
          <a:bodyPr/>
          <a:lstStyle/>
          <a:p>
            <a:fld id="{813C8835-D307-4258-A3A0-D6D01C3D6A02}" type="datetime1">
              <a:rPr lang="fi-FI" smtClean="0"/>
              <a:t>15.10.2026</a:t>
            </a:fld>
            <a:endParaRPr lang="fi-FI" dirty="0"/>
          </a:p>
        </p:txBody>
      </p:sp>
      <p:sp>
        <p:nvSpPr>
          <p:cNvPr id="5" name="Footer Placeholder 4">
            <a:extLst>
              <a:ext uri="{FF2B5EF4-FFF2-40B4-BE49-F238E27FC236}">
                <a16:creationId xmlns:a16="http://schemas.microsoft.com/office/drawing/2014/main" id="{E5AB6C74-8053-BBC4-940C-7BD1DA87F424}"/>
              </a:ext>
            </a:extLst>
          </p:cNvPr>
          <p:cNvSpPr>
            <a:spLocks noGrp="1"/>
          </p:cNvSpPr>
          <p:nvPr>
            <p:ph type="ftr" sz="quarter" idx="15"/>
          </p:nvPr>
        </p:nvSpPr>
        <p:spPr/>
        <p:txBody>
          <a:bodyPr/>
          <a:lstStyle/>
          <a:p>
            <a:endParaRPr lang="fi-FI" dirty="0"/>
          </a:p>
        </p:txBody>
      </p:sp>
      <p:sp>
        <p:nvSpPr>
          <p:cNvPr id="6" name="Slide Number Placeholder 5">
            <a:extLst>
              <a:ext uri="{FF2B5EF4-FFF2-40B4-BE49-F238E27FC236}">
                <a16:creationId xmlns:a16="http://schemas.microsoft.com/office/drawing/2014/main" id="{8233658A-D30E-64F2-DD4D-DE5EA0255E92}"/>
              </a:ext>
            </a:extLst>
          </p:cNvPr>
          <p:cNvSpPr>
            <a:spLocks noGrp="1"/>
          </p:cNvSpPr>
          <p:nvPr>
            <p:ph type="sldNum" sz="quarter" idx="16"/>
          </p:nvPr>
        </p:nvSpPr>
        <p:spPr/>
        <p:txBody>
          <a:bodyPr/>
          <a:lstStyle/>
          <a:p>
            <a:fld id="{D701140D-C14F-41CA-99FC-0EF83E8DA40A}" type="slidenum">
              <a:rPr lang="fi-FI" smtClean="0"/>
              <a:pPr/>
              <a:t>‹#›</a:t>
            </a:fld>
            <a:endParaRPr lang="fi-FI" dirty="0"/>
          </a:p>
        </p:txBody>
      </p:sp>
      <p:sp>
        <p:nvSpPr>
          <p:cNvPr id="9" name="Text Placeholder 4">
            <a:extLst>
              <a:ext uri="{FF2B5EF4-FFF2-40B4-BE49-F238E27FC236}">
                <a16:creationId xmlns:a16="http://schemas.microsoft.com/office/drawing/2014/main" id="{531D53A2-130E-125B-FE0A-6CBEABB25673}"/>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763404332"/>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ack 2">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solidFill>
                  <a:schemeClr val="bg1"/>
                </a:solidFill>
                <a:latin typeface="+mj-lt"/>
              </a:defRPr>
            </a:lvl1pPr>
          </a:lstStyle>
          <a:p>
            <a:r>
              <a:rPr lang="en-US" dirty="0"/>
              <a:t>Headline</a:t>
            </a:r>
            <a:endParaRPr lang="fi-FI" dirty="0"/>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fld id="{AF731E99-3C7B-49D2-A668-4F81F502E959}" type="datetime1">
              <a:rPr lang="fi-FI" smtClean="0"/>
              <a:t>15.10.2026</a:t>
            </a:fld>
            <a:endParaRPr lang="fi-FI" dirty="0"/>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dirty="0"/>
          </a:p>
        </p:txBody>
      </p:sp>
      <p:sp>
        <p:nvSpPr>
          <p:cNvPr id="4" name="Text Placeholder 4">
            <a:extLst>
              <a:ext uri="{FF2B5EF4-FFF2-40B4-BE49-F238E27FC236}">
                <a16:creationId xmlns:a16="http://schemas.microsoft.com/office/drawing/2014/main" id="{062062DE-D201-A7D5-B7B2-4A339438FA13}"/>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solidFill>
                  <a:schemeClr val="bg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44143580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Yellow 3">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fld id="{6B325826-F92D-425A-81E3-2BBA101149E8}" type="datetime1">
              <a:rPr lang="fi-FI" smtClean="0"/>
              <a:t>15.10.2026</a:t>
            </a:fld>
            <a:endParaRPr lang="fi-FI" dirty="0"/>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dirty="0"/>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tx1"/>
                </a:solidFill>
                <a:latin typeface="+mj-lt"/>
              </a:defRPr>
            </a:lvl1pPr>
          </a:lstStyle>
          <a:p>
            <a:r>
              <a:rPr lang="en-US" dirty="0"/>
              <a:t>Headline</a:t>
            </a:r>
            <a:endParaRPr lang="fi-FI" dirty="0"/>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tx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120483231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Red 3">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fld id="{995732B7-9D02-43F0-8DDE-54D8F9C8E803}" type="datetime1">
              <a:rPr lang="fi-FI" smtClean="0"/>
              <a:t>15.10.2026</a:t>
            </a:fld>
            <a:endParaRPr lang="fi-FI" dirty="0"/>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dirty="0"/>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tx1"/>
                </a:solidFill>
                <a:latin typeface="+mj-lt"/>
              </a:defRPr>
            </a:lvl1pPr>
          </a:lstStyle>
          <a:p>
            <a:r>
              <a:rPr lang="en-US" dirty="0"/>
              <a:t>Headline</a:t>
            </a:r>
            <a:endParaRPr lang="fi-FI" dirty="0"/>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tx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4179169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ue 3">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fld id="{CC0E368C-9E03-4CFB-AB2B-A63C04375488}" type="datetime1">
              <a:rPr lang="fi-FI" smtClean="0"/>
              <a:t>15.10.2026</a:t>
            </a:fld>
            <a:endParaRPr lang="fi-FI" dirty="0"/>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dirty="0"/>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tx1"/>
                </a:solidFill>
                <a:latin typeface="+mj-lt"/>
              </a:defRPr>
            </a:lvl1pPr>
          </a:lstStyle>
          <a:p>
            <a:r>
              <a:rPr lang="en-US" dirty="0"/>
              <a:t>Headline</a:t>
            </a:r>
            <a:endParaRPr lang="fi-FI" dirty="0"/>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tx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347634320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ack 3">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fld id="{2806608F-D96E-42C2-B3A9-09B14D07446D}" type="datetime1">
              <a:rPr lang="fi-FI" smtClean="0"/>
              <a:t>15.10.2026</a:t>
            </a:fld>
            <a:endParaRPr lang="fi-FI" dirty="0"/>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dirty="0"/>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bg1"/>
                </a:solidFill>
                <a:latin typeface="+mj-lt"/>
              </a:defRPr>
            </a:lvl1pPr>
          </a:lstStyle>
          <a:p>
            <a:r>
              <a:rPr lang="en-US" dirty="0"/>
              <a:t>Headline</a:t>
            </a:r>
            <a:endParaRPr lang="fi-FI" dirty="0"/>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bg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129673422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White 3">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dirty="0"/>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fld id="{AC75DB03-1B34-47A3-8EA2-26D9E0502960}" type="datetime1">
              <a:rPr lang="fi-FI" smtClean="0"/>
              <a:t>15.10.2026</a:t>
            </a:fld>
            <a:endParaRPr lang="fi-FI" dirty="0"/>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endParaRPr lang="fi-FI" dirty="0"/>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dirty="0"/>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tx1"/>
                </a:solidFill>
                <a:latin typeface="+mj-lt"/>
              </a:defRPr>
            </a:lvl1pPr>
          </a:lstStyle>
          <a:p>
            <a:r>
              <a:rPr lang="en-US" dirty="0"/>
              <a:t>Headline</a:t>
            </a:r>
            <a:endParaRPr lang="fi-FI" dirty="0"/>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tx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dirty="0"/>
              <a:t>Presenter Name / Date / Place</a:t>
            </a:r>
          </a:p>
        </p:txBody>
      </p:sp>
    </p:spTree>
    <p:extLst>
      <p:ext uri="{BB962C8B-B14F-4D97-AF65-F5344CB8AC3E}">
        <p14:creationId xmlns:p14="http://schemas.microsoft.com/office/powerpoint/2010/main" val="218677254"/>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dirty="0"/>
              <a:t>Click to edit Master title style</a:t>
            </a:r>
            <a:endParaRPr lang="fi-FI" dirty="0"/>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fld id="{30458DA4-33CA-4F40-84C0-C5D87AF1589C}" type="datetime1">
              <a:rPr lang="fi-FI" smtClean="0"/>
              <a:t>15.10.2026</a:t>
            </a:fld>
            <a:endParaRPr lang="fi-FI"/>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76605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ext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fi-FI" dirty="0"/>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lvl1pPr>
              <a:defRPr>
                <a:solidFill>
                  <a:schemeClr val="bg1"/>
                </a:solidFill>
              </a:defRPr>
            </a:lvl1pPr>
          </a:lstStyle>
          <a:p>
            <a:fld id="{7B754492-5959-405F-BB07-7E0EE9FC2CC8}" type="datetime1">
              <a:rPr lang="fi-FI" smtClean="0"/>
              <a:t>15.10.2026</a:t>
            </a:fld>
            <a:endParaRPr lang="fi-FI"/>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lvl1pPr>
              <a:defRPr>
                <a:solidFill>
                  <a:schemeClr val="bg1"/>
                </a:solidFill>
              </a:defRPr>
            </a:lvl1pPr>
          </a:lstStyle>
          <a:p>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solidFill>
                  <a:schemeClr val="bg1"/>
                </a:solidFill>
              </a:defRPr>
            </a:lvl1pPr>
            <a:lvl2pP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reeform 5">
            <a:extLst>
              <a:ext uri="{FF2B5EF4-FFF2-40B4-BE49-F238E27FC236}">
                <a16:creationId xmlns:a16="http://schemas.microsoft.com/office/drawing/2014/main" id="{1290A9EE-B882-1AC8-FB03-9E891579AE36}"/>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9002068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fld id="{A0239DF8-092B-4AB5-95F8-DF635D74427E}" type="datetime1">
              <a:rPr lang="fi-FI" smtClean="0"/>
              <a:t>15.10.2026</a:t>
            </a:fld>
            <a:endParaRPr lang="fi-FI"/>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561808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fld id="{EA559E86-1CB3-4CE6-8963-14FE44CF1175}" type="datetime1">
              <a:rPr lang="fi-FI" smtClean="0"/>
              <a:t>15.10.2026</a:t>
            </a:fld>
            <a:endParaRPr lang="fi-FI"/>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645500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fld id="{6A6F64BC-3FC4-4D17-AFEA-4739F1CF634A}" type="datetime1">
              <a:rPr lang="fi-FI" smtClean="0"/>
              <a:t>15.10.2026</a:t>
            </a:fld>
            <a:endParaRPr lang="fi-FI"/>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937809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Bullets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fld id="{C594A674-E0AB-46AA-9F8F-32DDB772D094}" type="datetime1">
              <a:rPr lang="fi-FI" smtClean="0"/>
              <a:t>15.10.2026</a:t>
            </a:fld>
            <a:endParaRPr lang="fi-FI"/>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40567151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 preserve="1">
  <p:cSld name="Bullets and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solidFill>
                  <a:schemeClr val="bg1"/>
                </a:solidFill>
              </a:defRPr>
            </a:lvl1pPr>
            <a:lvl2pPr marL="539750" indent="-266700">
              <a:defRPr>
                <a:solidFill>
                  <a:schemeClr val="bg1"/>
                </a:solidFill>
              </a:defRPr>
            </a:lvl2pPr>
            <a:lvl3pPr marL="808038" indent="-276225">
              <a:defRPr>
                <a:solidFill>
                  <a:schemeClr val="bg1"/>
                </a:solidFill>
              </a:defRPr>
            </a:lvl3pPr>
            <a:lvl4pPr marL="1077913" indent="-266700">
              <a:defRPr>
                <a:solidFill>
                  <a:schemeClr val="bg1"/>
                </a:solidFill>
              </a:defRPr>
            </a:lvl4pPr>
            <a:lvl5pPr marL="1347788" indent="-266700">
              <a:defRPr>
                <a:solidFill>
                  <a:schemeClr val="bg1"/>
                </a:solidFill>
              </a:defRPr>
            </a:lvl5pPr>
            <a:lvl6pPr marL="1617663" indent="-266700">
              <a:defRPr>
                <a:solidFill>
                  <a:schemeClr val="bg1"/>
                </a:solidFill>
              </a:defRPr>
            </a:lvl6pPr>
            <a:lvl7pPr marL="1885950" indent="-276225">
              <a:defRPr>
                <a:solidFill>
                  <a:schemeClr val="bg1"/>
                </a:solidFill>
              </a:defRPr>
            </a:lvl7pPr>
            <a:lvl8pPr marL="2155825" indent="-266700">
              <a:defRPr>
                <a:solidFill>
                  <a:schemeClr val="bg1"/>
                </a:solidFill>
              </a:defRPr>
            </a:lvl8pPr>
            <a:lvl9pPr marL="2425700" indent="-266700">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lvl1pPr>
              <a:defRPr>
                <a:solidFill>
                  <a:schemeClr val="bg1"/>
                </a:solidFill>
              </a:defRPr>
            </a:lvl1pPr>
          </a:lstStyle>
          <a:p>
            <a:fld id="{0791284A-CABF-4497-83B4-2E7E36C65B62}" type="datetime1">
              <a:rPr lang="fi-FI" smtClean="0"/>
              <a:t>15.10.2026</a:t>
            </a:fld>
            <a:endParaRPr lang="fi-FI"/>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lvl1pPr>
              <a:defRPr>
                <a:solidFill>
                  <a:schemeClr val="bg1"/>
                </a:solidFill>
              </a:defRPr>
            </a:lvl1pPr>
          </a:lstStyle>
          <a:p>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7" name="Freeform 5">
            <a:extLst>
              <a:ext uri="{FF2B5EF4-FFF2-40B4-BE49-F238E27FC236}">
                <a16:creationId xmlns:a16="http://schemas.microsoft.com/office/drawing/2014/main" id="{E925B5BF-537D-28C4-E616-ABEDC53298DE}"/>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3293214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Bullets and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fld id="{2CCF4195-3E4F-4802-A0F2-9D9B7509E1C7}" type="datetime1">
              <a:rPr lang="fi-FI" smtClean="0"/>
              <a:t>15.10.2026</a:t>
            </a:fld>
            <a:endParaRPr lang="fi-FI"/>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6894014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Bullets and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fld id="{91754748-1252-48C2-8E09-54B8CE65B631}" type="datetime1">
              <a:rPr lang="fi-FI" smtClean="0"/>
              <a:t>15.10.2026</a:t>
            </a:fld>
            <a:endParaRPr lang="fi-FI"/>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7473211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Bullets and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fld id="{69035017-B4F5-432F-992F-B95BB71401F5}" type="datetime1">
              <a:rPr lang="fi-FI" smtClean="0"/>
              <a:t>15.10.2026</a:t>
            </a:fld>
            <a:endParaRPr lang="fi-FI"/>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9999033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14B639F7-5547-422B-BAF7-85FD67290F65}"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42086658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wo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fld id="{4D10182C-E677-4BA0-A94C-5F53DC12E022}"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3" name="Freeform 5">
            <a:extLst>
              <a:ext uri="{FF2B5EF4-FFF2-40B4-BE49-F238E27FC236}">
                <a16:creationId xmlns:a16="http://schemas.microsoft.com/office/drawing/2014/main" id="{18D0D236-0E9F-85F5-9BC1-6B8DF3DB512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6096426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DA0E92C3-94CA-499B-8F0A-369D7AF6AB20}"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11339626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F409CFA3-BD8D-4A0F-BE5E-96D0490262CC}"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4054865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635DB3C3-C280-4420-90D2-7CB625085D43}"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Tree>
    <p:extLst>
      <p:ext uri="{BB962C8B-B14F-4D97-AF65-F5344CB8AC3E}">
        <p14:creationId xmlns:p14="http://schemas.microsoft.com/office/powerpoint/2010/main" val="15361629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hre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B6E1A621-AA6D-40B1-939F-9469EEC32967}"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Tree>
    <p:extLst>
      <p:ext uri="{BB962C8B-B14F-4D97-AF65-F5344CB8AC3E}">
        <p14:creationId xmlns:p14="http://schemas.microsoft.com/office/powerpoint/2010/main" val="10563379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Three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fld id="{AD6F3D1E-35B8-4377-9228-8E4F3040CA9A}"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8" name="Freeform 5">
            <a:extLst>
              <a:ext uri="{FF2B5EF4-FFF2-40B4-BE49-F238E27FC236}">
                <a16:creationId xmlns:a16="http://schemas.microsoft.com/office/drawing/2014/main" id="{D7912BB5-9834-D960-62E3-9D95A380EB5B}"/>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5726333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D0CFC090-4479-40CA-BF03-CC893911B841}"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Tree>
    <p:extLst>
      <p:ext uri="{BB962C8B-B14F-4D97-AF65-F5344CB8AC3E}">
        <p14:creationId xmlns:p14="http://schemas.microsoft.com/office/powerpoint/2010/main" val="11866850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hree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C6FF5E7D-486B-408C-A3C6-F5403E3EBDC5}"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Tree>
    <p:extLst>
      <p:ext uri="{BB962C8B-B14F-4D97-AF65-F5344CB8AC3E}">
        <p14:creationId xmlns:p14="http://schemas.microsoft.com/office/powerpoint/2010/main" val="5035503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ree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551E4566-A45B-435A-BEE5-C906812F7452}"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Tree>
    <p:extLst>
      <p:ext uri="{BB962C8B-B14F-4D97-AF65-F5344CB8AC3E}">
        <p14:creationId xmlns:p14="http://schemas.microsoft.com/office/powerpoint/2010/main" val="21205903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ection Header ">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fld id="{DA295A12-8B8C-4007-850B-44A0D4529874}" type="datetime1">
              <a:rPr lang="fi-FI" smtClean="0"/>
              <a:t>15.10.2026</a:t>
            </a:fld>
            <a:endParaRPr lang="fi-FI"/>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dirty="0"/>
              <a:t>Click to edit Master title style</a:t>
            </a:r>
            <a:endParaRPr lang="fi-FI" dirty="0"/>
          </a:p>
        </p:txBody>
      </p:sp>
    </p:spTree>
    <p:extLst>
      <p:ext uri="{BB962C8B-B14F-4D97-AF65-F5344CB8AC3E}">
        <p14:creationId xmlns:p14="http://schemas.microsoft.com/office/powerpoint/2010/main" val="42680086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ection Header Black">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lvl1pPr>
              <a:defRPr>
                <a:solidFill>
                  <a:schemeClr val="bg1"/>
                </a:solidFill>
              </a:defRPr>
            </a:lvl1pPr>
          </a:lstStyle>
          <a:p>
            <a:fld id="{22CB6D36-B3FA-4AFA-99E9-ACC3E0483424}" type="datetime1">
              <a:rPr lang="fi-FI" smtClean="0"/>
              <a:t>15.10.2026</a:t>
            </a:fld>
            <a:endParaRPr lang="fi-FI"/>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lvl1pPr>
              <a:defRPr>
                <a:solidFill>
                  <a:schemeClr val="bg1"/>
                </a:solidFill>
              </a:defRPr>
            </a:lvl1pPr>
          </a:lstStyle>
          <a:p>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solidFill>
                  <a:schemeClr val="bg1"/>
                </a:solidFill>
                <a:latin typeface="+mj-lt"/>
              </a:defRPr>
            </a:lvl1pPr>
          </a:lstStyle>
          <a:p>
            <a:r>
              <a:rPr lang="en-US" dirty="0"/>
              <a:t>Click to edit Master title style</a:t>
            </a:r>
            <a:endParaRPr lang="fi-FI" dirty="0"/>
          </a:p>
        </p:txBody>
      </p:sp>
      <p:sp>
        <p:nvSpPr>
          <p:cNvPr id="2" name="Freeform 5">
            <a:extLst>
              <a:ext uri="{FF2B5EF4-FFF2-40B4-BE49-F238E27FC236}">
                <a16:creationId xmlns:a16="http://schemas.microsoft.com/office/drawing/2014/main" id="{5A269375-E1A8-C31B-7E8E-7F024302667C}"/>
              </a:ext>
              <a:ext uri="{C183D7F6-B498-43B3-948B-1728B52AA6E4}">
                <adec:decorative xmlns:adec="http://schemas.microsoft.com/office/drawing/2017/decorative" val="1"/>
              </a:ext>
            </a:extLst>
          </p:cNvPr>
          <p:cNvSpPr>
            <a:spLocks noChangeAspect="1" noEditPoints="1"/>
          </p:cNvSpPr>
          <p:nvPr userDrawn="1"/>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16782502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ection Header Blue">
    <p:bg>
      <p:bgPr>
        <a:solidFill>
          <a:schemeClr val="accent3"/>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fld id="{910783D3-C302-4CE8-B9EA-53F31C941894}" type="datetime1">
              <a:rPr lang="fi-FI" smtClean="0"/>
              <a:t>15.10.2026</a:t>
            </a:fld>
            <a:endParaRPr lang="fi-FI"/>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dirty="0"/>
              <a:t>Click to edit Master title style</a:t>
            </a:r>
            <a:endParaRPr lang="fi-FI" dirty="0"/>
          </a:p>
        </p:txBody>
      </p:sp>
    </p:spTree>
    <p:extLst>
      <p:ext uri="{BB962C8B-B14F-4D97-AF65-F5344CB8AC3E}">
        <p14:creationId xmlns:p14="http://schemas.microsoft.com/office/powerpoint/2010/main" val="34831382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ection Header Red">
    <p:bg>
      <p:bgPr>
        <a:solidFill>
          <a:schemeClr val="accent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fld id="{EF73C4E9-059E-42D7-8677-9843F477B904}" type="datetime1">
              <a:rPr lang="fi-FI" smtClean="0"/>
              <a:t>15.10.2026</a:t>
            </a:fld>
            <a:endParaRPr lang="fi-FI"/>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dirty="0"/>
              <a:t>Click to edit Master title style</a:t>
            </a:r>
            <a:endParaRPr lang="fi-FI" dirty="0"/>
          </a:p>
        </p:txBody>
      </p:sp>
    </p:spTree>
    <p:extLst>
      <p:ext uri="{BB962C8B-B14F-4D97-AF65-F5344CB8AC3E}">
        <p14:creationId xmlns:p14="http://schemas.microsoft.com/office/powerpoint/2010/main" val="8753090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ection Header Yellow">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fld id="{84200324-DFA4-49F0-8D2D-303DEEB0EA43}" type="datetime1">
              <a:rPr lang="fi-FI" smtClean="0"/>
              <a:t>15.10.2026</a:t>
            </a:fld>
            <a:endParaRPr lang="fi-FI"/>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dirty="0"/>
              <a:t>Click to edit Master title style</a:t>
            </a:r>
            <a:endParaRPr lang="fi-FI" dirty="0"/>
          </a:p>
        </p:txBody>
      </p:sp>
    </p:spTree>
    <p:extLst>
      <p:ext uri="{BB962C8B-B14F-4D97-AF65-F5344CB8AC3E}">
        <p14:creationId xmlns:p14="http://schemas.microsoft.com/office/powerpoint/2010/main" val="6570951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tent and Picture ">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dirty="0"/>
              <a:t>Click to edit Master title style</a:t>
            </a:r>
            <a:endParaRPr lang="fi-FI" dirty="0"/>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4" name="Date Placeholder 3">
            <a:extLst>
              <a:ext uri="{FF2B5EF4-FFF2-40B4-BE49-F238E27FC236}">
                <a16:creationId xmlns:a16="http://schemas.microsoft.com/office/drawing/2014/main" id="{10F2C7BC-AA75-561B-AC06-1034496152FA}"/>
              </a:ext>
            </a:extLst>
          </p:cNvPr>
          <p:cNvSpPr>
            <a:spLocks noGrp="1"/>
          </p:cNvSpPr>
          <p:nvPr>
            <p:ph type="dt" sz="half" idx="14"/>
          </p:nvPr>
        </p:nvSpPr>
        <p:spPr/>
        <p:txBody>
          <a:bodyPr/>
          <a:lstStyle/>
          <a:p>
            <a:fld id="{BFB5FF9F-7366-4D75-BD01-ADF31E2F54E0}" type="datetime1">
              <a:rPr lang="fi-FI" smtClean="0"/>
              <a:t>15.10.2026</a:t>
            </a:fld>
            <a:endParaRPr lang="fi-FI" dirty="0"/>
          </a:p>
        </p:txBody>
      </p:sp>
      <p:sp>
        <p:nvSpPr>
          <p:cNvPr id="9" name="Footer Placeholder 8">
            <a:extLst>
              <a:ext uri="{FF2B5EF4-FFF2-40B4-BE49-F238E27FC236}">
                <a16:creationId xmlns:a16="http://schemas.microsoft.com/office/drawing/2014/main" id="{3EC51CAF-7174-FC82-643D-1D327D11943D}"/>
              </a:ext>
            </a:extLst>
          </p:cNvPr>
          <p:cNvSpPr>
            <a:spLocks noGrp="1"/>
          </p:cNvSpPr>
          <p:nvPr>
            <p:ph type="ftr" sz="quarter" idx="15"/>
          </p:nvPr>
        </p:nvSpPr>
        <p:spPr/>
        <p:txBody>
          <a:bodyPr/>
          <a:lstStyle/>
          <a:p>
            <a:endParaRPr lang="fi-FI" dirty="0"/>
          </a:p>
        </p:txBody>
      </p:sp>
      <p:sp>
        <p:nvSpPr>
          <p:cNvPr id="10" name="Slide Number Placeholder 9">
            <a:extLst>
              <a:ext uri="{FF2B5EF4-FFF2-40B4-BE49-F238E27FC236}">
                <a16:creationId xmlns:a16="http://schemas.microsoft.com/office/drawing/2014/main" id="{59484465-F54B-AF10-4DE5-9408CEC67995}"/>
              </a:ext>
            </a:extLst>
          </p:cNvPr>
          <p:cNvSpPr>
            <a:spLocks noGrp="1"/>
          </p:cNvSpPr>
          <p:nvPr>
            <p:ph type="sldNum" sz="quarter" idx="16"/>
          </p:nvPr>
        </p:nvSpPr>
        <p:spPr/>
        <p:txBody>
          <a:body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21682666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tent and Picture Black">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solidFill>
                  <a:schemeClr val="bg1"/>
                </a:solidFill>
              </a:defRPr>
            </a:lvl1pPr>
          </a:lstStyle>
          <a:p>
            <a:r>
              <a:rPr lang="en-US" dirty="0"/>
              <a:t>Click to edit Master title style</a:t>
            </a:r>
            <a:endParaRPr lang="fi-FI" dirty="0"/>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4" name="Freeform 5">
            <a:extLst>
              <a:ext uri="{FF2B5EF4-FFF2-40B4-BE49-F238E27FC236}">
                <a16:creationId xmlns:a16="http://schemas.microsoft.com/office/drawing/2014/main" id="{E9DBB8D9-1FAC-C1EB-F377-B1DBC3921D1F}"/>
              </a:ext>
              <a:ext uri="{C183D7F6-B498-43B3-948B-1728B52AA6E4}">
                <adec:decorative xmlns:adec="http://schemas.microsoft.com/office/drawing/2017/decorative" val="0"/>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9" name="Date Placeholder 8">
            <a:extLst>
              <a:ext uri="{FF2B5EF4-FFF2-40B4-BE49-F238E27FC236}">
                <a16:creationId xmlns:a16="http://schemas.microsoft.com/office/drawing/2014/main" id="{4D950C6D-A26F-82AD-182C-D6A75325AABD}"/>
              </a:ext>
            </a:extLst>
          </p:cNvPr>
          <p:cNvSpPr>
            <a:spLocks noGrp="1"/>
          </p:cNvSpPr>
          <p:nvPr>
            <p:ph type="dt" sz="half" idx="14"/>
          </p:nvPr>
        </p:nvSpPr>
        <p:spPr/>
        <p:txBody>
          <a:bodyPr/>
          <a:lstStyle/>
          <a:p>
            <a:fld id="{87A4AAFC-D29D-45DC-ABE1-37B1FBC16F7D}" type="datetime1">
              <a:rPr lang="fi-FI" smtClean="0"/>
              <a:t>15.10.2026</a:t>
            </a:fld>
            <a:endParaRPr lang="fi-FI" dirty="0"/>
          </a:p>
        </p:txBody>
      </p:sp>
      <p:sp>
        <p:nvSpPr>
          <p:cNvPr id="10" name="Footer Placeholder 9">
            <a:extLst>
              <a:ext uri="{FF2B5EF4-FFF2-40B4-BE49-F238E27FC236}">
                <a16:creationId xmlns:a16="http://schemas.microsoft.com/office/drawing/2014/main" id="{B6FD463F-4C08-CD4B-ACA8-A8D406E1D024}"/>
              </a:ext>
            </a:extLst>
          </p:cNvPr>
          <p:cNvSpPr>
            <a:spLocks noGrp="1"/>
          </p:cNvSpPr>
          <p:nvPr>
            <p:ph type="ftr" sz="quarter" idx="15"/>
          </p:nvPr>
        </p:nvSpPr>
        <p:spPr/>
        <p:txBody>
          <a:bodyPr/>
          <a:lstStyle/>
          <a:p>
            <a:endParaRPr lang="fi-FI" dirty="0"/>
          </a:p>
        </p:txBody>
      </p:sp>
      <p:sp>
        <p:nvSpPr>
          <p:cNvPr id="11" name="Slide Number Placeholder 10">
            <a:extLst>
              <a:ext uri="{FF2B5EF4-FFF2-40B4-BE49-F238E27FC236}">
                <a16:creationId xmlns:a16="http://schemas.microsoft.com/office/drawing/2014/main" id="{6FDEFB73-E47C-07B1-833F-288DD37CC7D7}"/>
              </a:ext>
            </a:extLst>
          </p:cNvPr>
          <p:cNvSpPr>
            <a:spLocks noGrp="1"/>
          </p:cNvSpPr>
          <p:nvPr>
            <p:ph type="sldNum" sz="quarter" idx="16"/>
          </p:nvPr>
        </p:nvSpPr>
        <p:spPr/>
        <p:txBody>
          <a:body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17281762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ent and Picture Blue">
    <p:bg>
      <p:bgPr>
        <a:solidFill>
          <a:schemeClr val="accent3"/>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dirty="0"/>
              <a:t>Click to edit Master title style</a:t>
            </a:r>
            <a:endParaRPr lang="fi-FI" dirty="0"/>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4" name="Date Placeholder 3">
            <a:extLst>
              <a:ext uri="{FF2B5EF4-FFF2-40B4-BE49-F238E27FC236}">
                <a16:creationId xmlns:a16="http://schemas.microsoft.com/office/drawing/2014/main" id="{65EB32AC-0ABC-0E7B-294B-708C591BFA29}"/>
              </a:ext>
            </a:extLst>
          </p:cNvPr>
          <p:cNvSpPr>
            <a:spLocks noGrp="1"/>
          </p:cNvSpPr>
          <p:nvPr>
            <p:ph type="dt" sz="half" idx="14"/>
          </p:nvPr>
        </p:nvSpPr>
        <p:spPr/>
        <p:txBody>
          <a:bodyPr/>
          <a:lstStyle/>
          <a:p>
            <a:fld id="{304998F4-2F81-4369-A9C3-4C11FF2B705D}" type="datetime1">
              <a:rPr lang="fi-FI" smtClean="0"/>
              <a:t>15.10.2026</a:t>
            </a:fld>
            <a:endParaRPr lang="fi-FI" dirty="0"/>
          </a:p>
        </p:txBody>
      </p:sp>
      <p:sp>
        <p:nvSpPr>
          <p:cNvPr id="9" name="Footer Placeholder 8">
            <a:extLst>
              <a:ext uri="{FF2B5EF4-FFF2-40B4-BE49-F238E27FC236}">
                <a16:creationId xmlns:a16="http://schemas.microsoft.com/office/drawing/2014/main" id="{5E3C45FD-2DA7-21D3-D7EA-EDB8CC0DEDE0}"/>
              </a:ext>
            </a:extLst>
          </p:cNvPr>
          <p:cNvSpPr>
            <a:spLocks noGrp="1"/>
          </p:cNvSpPr>
          <p:nvPr>
            <p:ph type="ftr" sz="quarter" idx="15"/>
          </p:nvPr>
        </p:nvSpPr>
        <p:spPr/>
        <p:txBody>
          <a:bodyPr/>
          <a:lstStyle/>
          <a:p>
            <a:endParaRPr lang="fi-FI" dirty="0"/>
          </a:p>
        </p:txBody>
      </p:sp>
      <p:sp>
        <p:nvSpPr>
          <p:cNvPr id="10" name="Slide Number Placeholder 9">
            <a:extLst>
              <a:ext uri="{FF2B5EF4-FFF2-40B4-BE49-F238E27FC236}">
                <a16:creationId xmlns:a16="http://schemas.microsoft.com/office/drawing/2014/main" id="{EA7EF4F3-F356-D015-B51C-F58A2EFAFC65}"/>
              </a:ext>
            </a:extLst>
          </p:cNvPr>
          <p:cNvSpPr>
            <a:spLocks noGrp="1"/>
          </p:cNvSpPr>
          <p:nvPr>
            <p:ph type="sldNum" sz="quarter" idx="16"/>
          </p:nvPr>
        </p:nvSpPr>
        <p:spPr/>
        <p:txBody>
          <a:body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18111945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ent and Picture Red">
    <p:bg>
      <p:bgPr>
        <a:solidFill>
          <a:schemeClr val="accent2"/>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dirty="0"/>
              <a:t>Click to edit Master title style</a:t>
            </a:r>
            <a:endParaRPr lang="fi-FI" dirty="0"/>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4" name="Date Placeholder 3">
            <a:extLst>
              <a:ext uri="{FF2B5EF4-FFF2-40B4-BE49-F238E27FC236}">
                <a16:creationId xmlns:a16="http://schemas.microsoft.com/office/drawing/2014/main" id="{DCD17003-12B8-DA47-F8E1-382B0F5AA96D}"/>
              </a:ext>
            </a:extLst>
          </p:cNvPr>
          <p:cNvSpPr>
            <a:spLocks noGrp="1"/>
          </p:cNvSpPr>
          <p:nvPr>
            <p:ph type="dt" sz="half" idx="14"/>
          </p:nvPr>
        </p:nvSpPr>
        <p:spPr/>
        <p:txBody>
          <a:bodyPr/>
          <a:lstStyle/>
          <a:p>
            <a:fld id="{E7BE412D-10C7-44A0-BC40-FC8DD30592C7}" type="datetime1">
              <a:rPr lang="fi-FI" smtClean="0"/>
              <a:t>15.10.2026</a:t>
            </a:fld>
            <a:endParaRPr lang="fi-FI" dirty="0"/>
          </a:p>
        </p:txBody>
      </p:sp>
      <p:sp>
        <p:nvSpPr>
          <p:cNvPr id="9" name="Footer Placeholder 8">
            <a:extLst>
              <a:ext uri="{FF2B5EF4-FFF2-40B4-BE49-F238E27FC236}">
                <a16:creationId xmlns:a16="http://schemas.microsoft.com/office/drawing/2014/main" id="{9D2F484C-0C8C-D0FD-09BC-0B16D6CA5709}"/>
              </a:ext>
            </a:extLst>
          </p:cNvPr>
          <p:cNvSpPr>
            <a:spLocks noGrp="1"/>
          </p:cNvSpPr>
          <p:nvPr>
            <p:ph type="ftr" sz="quarter" idx="15"/>
          </p:nvPr>
        </p:nvSpPr>
        <p:spPr/>
        <p:txBody>
          <a:bodyPr/>
          <a:lstStyle/>
          <a:p>
            <a:endParaRPr lang="fi-FI" dirty="0"/>
          </a:p>
        </p:txBody>
      </p:sp>
      <p:sp>
        <p:nvSpPr>
          <p:cNvPr id="10" name="Slide Number Placeholder 9">
            <a:extLst>
              <a:ext uri="{FF2B5EF4-FFF2-40B4-BE49-F238E27FC236}">
                <a16:creationId xmlns:a16="http://schemas.microsoft.com/office/drawing/2014/main" id="{CEF20DBE-D9A9-41D0-C209-1177231424EB}"/>
              </a:ext>
            </a:extLst>
          </p:cNvPr>
          <p:cNvSpPr>
            <a:spLocks noGrp="1"/>
          </p:cNvSpPr>
          <p:nvPr>
            <p:ph type="sldNum" sz="quarter" idx="16"/>
          </p:nvPr>
        </p:nvSpPr>
        <p:spPr/>
        <p:txBody>
          <a:body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377045685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tent and Picture Yellow">
    <p:bg>
      <p:bgPr>
        <a:solidFill>
          <a:schemeClr val="accent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dirty="0"/>
              <a:t>Click to edit Master title style</a:t>
            </a:r>
            <a:endParaRPr lang="fi-FI" dirty="0"/>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4" name="Date Placeholder 3">
            <a:extLst>
              <a:ext uri="{FF2B5EF4-FFF2-40B4-BE49-F238E27FC236}">
                <a16:creationId xmlns:a16="http://schemas.microsoft.com/office/drawing/2014/main" id="{5C2B3000-AED7-FFA7-06DD-1B8AF1D7EF5D}"/>
              </a:ext>
            </a:extLst>
          </p:cNvPr>
          <p:cNvSpPr>
            <a:spLocks noGrp="1"/>
          </p:cNvSpPr>
          <p:nvPr>
            <p:ph type="dt" sz="half" idx="14"/>
          </p:nvPr>
        </p:nvSpPr>
        <p:spPr/>
        <p:txBody>
          <a:bodyPr/>
          <a:lstStyle/>
          <a:p>
            <a:fld id="{667ABD72-D0D7-429E-B3E1-1252DD21ED20}" type="datetime1">
              <a:rPr lang="fi-FI" smtClean="0"/>
              <a:t>15.10.2026</a:t>
            </a:fld>
            <a:endParaRPr lang="fi-FI" dirty="0"/>
          </a:p>
        </p:txBody>
      </p:sp>
      <p:sp>
        <p:nvSpPr>
          <p:cNvPr id="9" name="Footer Placeholder 8">
            <a:extLst>
              <a:ext uri="{FF2B5EF4-FFF2-40B4-BE49-F238E27FC236}">
                <a16:creationId xmlns:a16="http://schemas.microsoft.com/office/drawing/2014/main" id="{C4980F80-8A9D-A1A1-2592-73099A506595}"/>
              </a:ext>
            </a:extLst>
          </p:cNvPr>
          <p:cNvSpPr>
            <a:spLocks noGrp="1"/>
          </p:cNvSpPr>
          <p:nvPr>
            <p:ph type="ftr" sz="quarter" idx="15"/>
          </p:nvPr>
        </p:nvSpPr>
        <p:spPr/>
        <p:txBody>
          <a:bodyPr/>
          <a:lstStyle/>
          <a:p>
            <a:endParaRPr lang="fi-FI" dirty="0"/>
          </a:p>
        </p:txBody>
      </p:sp>
      <p:sp>
        <p:nvSpPr>
          <p:cNvPr id="10" name="Slide Number Placeholder 9">
            <a:extLst>
              <a:ext uri="{FF2B5EF4-FFF2-40B4-BE49-F238E27FC236}">
                <a16:creationId xmlns:a16="http://schemas.microsoft.com/office/drawing/2014/main" id="{621E2DBB-4A09-9204-F075-52D5356D843C}"/>
              </a:ext>
            </a:extLst>
          </p:cNvPr>
          <p:cNvSpPr>
            <a:spLocks noGrp="1"/>
          </p:cNvSpPr>
          <p:nvPr>
            <p:ph type="sldNum" sz="quarter" idx="16"/>
          </p:nvPr>
        </p:nvSpPr>
        <p:spPr/>
        <p:txBody>
          <a:body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20340881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tent and Picture 2 ">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dirty="0"/>
              <a:t>Click to edit Master title style</a:t>
            </a:r>
            <a:endParaRPr lang="fi-FI" dirty="0"/>
          </a:p>
        </p:txBody>
      </p:sp>
      <p:sp>
        <p:nvSpPr>
          <p:cNvPr id="9" name="Text Placeholder 8">
            <a:extLst>
              <a:ext uri="{FF2B5EF4-FFF2-40B4-BE49-F238E27FC236}">
                <a16:creationId xmlns:a16="http://schemas.microsoft.com/office/drawing/2014/main" id="{0C9DCEB1-9C2B-0120-BA93-9B57D41B94D1}"/>
              </a:ext>
              <a:ext uri="{C183D7F6-B498-43B3-948B-1728B52AA6E4}">
                <adec:decorative xmlns:adec="http://schemas.microsoft.com/office/drawing/2017/decorative" val="0"/>
              </a:ext>
            </a:extLst>
          </p:cNvPr>
          <p:cNvSpPr>
            <a:spLocks noGrp="1"/>
          </p:cNvSpPr>
          <p:nvPr>
            <p:ph type="body" sz="quarter" idx="14"/>
          </p:nvPr>
        </p:nvSpPr>
        <p:spPr>
          <a:xfrm>
            <a:off x="6096000" y="3429000"/>
            <a:ext cx="6096000" cy="3429000"/>
          </a:xfrm>
          <a:solidFill>
            <a:schemeClr val="tx1"/>
          </a:solidFill>
        </p:spPr>
        <p:txBody>
          <a:bodyPr lIns="360000" tIns="360000" rIns="360000" bIns="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1076325" indent="0">
              <a:buNone/>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endParaRPr lang="en-US" dirty="0"/>
          </a:p>
        </p:txBody>
      </p:sp>
      <p:sp>
        <p:nvSpPr>
          <p:cNvPr id="3" name="Date Placeholder 2">
            <a:extLst>
              <a:ext uri="{FF2B5EF4-FFF2-40B4-BE49-F238E27FC236}">
                <a16:creationId xmlns:a16="http://schemas.microsoft.com/office/drawing/2014/main" id="{8550C619-D2A1-26CD-F8DE-1F1FC0A0EB16}"/>
              </a:ext>
            </a:extLst>
          </p:cNvPr>
          <p:cNvSpPr>
            <a:spLocks noGrp="1"/>
          </p:cNvSpPr>
          <p:nvPr>
            <p:ph type="dt" sz="half" idx="15"/>
          </p:nvPr>
        </p:nvSpPr>
        <p:spPr/>
        <p:txBody>
          <a:bodyPr/>
          <a:lstStyle>
            <a:lvl1pPr>
              <a:defRPr>
                <a:solidFill>
                  <a:schemeClr val="bg1"/>
                </a:solidFill>
              </a:defRPr>
            </a:lvl1pPr>
          </a:lstStyle>
          <a:p>
            <a:fld id="{F823836F-07D2-4172-8173-10D42966730C}" type="datetime1">
              <a:rPr lang="fi-FI" smtClean="0"/>
              <a:t>15.10.2026</a:t>
            </a:fld>
            <a:endParaRPr lang="fi-FI" dirty="0"/>
          </a:p>
        </p:txBody>
      </p:sp>
      <p:sp>
        <p:nvSpPr>
          <p:cNvPr id="4" name="Footer Placeholder 3">
            <a:extLst>
              <a:ext uri="{FF2B5EF4-FFF2-40B4-BE49-F238E27FC236}">
                <a16:creationId xmlns:a16="http://schemas.microsoft.com/office/drawing/2014/main" id="{B7E340A2-ADB0-C4DB-BEC4-741C5D2BFA91}"/>
              </a:ext>
            </a:extLst>
          </p:cNvPr>
          <p:cNvSpPr>
            <a:spLocks noGrp="1"/>
          </p:cNvSpPr>
          <p:nvPr>
            <p:ph type="ftr" sz="quarter" idx="16"/>
          </p:nvPr>
        </p:nvSpPr>
        <p:spPr/>
        <p:txBody>
          <a:bodyPr/>
          <a:lstStyle>
            <a:lvl1pPr>
              <a:defRPr>
                <a:solidFill>
                  <a:schemeClr val="bg1"/>
                </a:solidFill>
              </a:defRPr>
            </a:lvl1pPr>
          </a:lstStyle>
          <a:p>
            <a:endParaRPr lang="fi-FI" dirty="0"/>
          </a:p>
        </p:txBody>
      </p:sp>
      <p:sp>
        <p:nvSpPr>
          <p:cNvPr id="10" name="Slide Number Placeholder 9">
            <a:extLst>
              <a:ext uri="{FF2B5EF4-FFF2-40B4-BE49-F238E27FC236}">
                <a16:creationId xmlns:a16="http://schemas.microsoft.com/office/drawing/2014/main" id="{9F832BD1-9BBA-98CE-116F-05ABC6CBA930}"/>
              </a:ext>
            </a:extLst>
          </p:cNvPr>
          <p:cNvSpPr>
            <a:spLocks noGrp="1"/>
          </p:cNvSpPr>
          <p:nvPr>
            <p:ph type="sldNum" sz="quarter" idx="17"/>
          </p:nvPr>
        </p:nvSpPr>
        <p:spPr/>
        <p:txBody>
          <a:bodyPr/>
          <a:lstStyle>
            <a:lvl1pPr>
              <a:defRPr>
                <a:solidFill>
                  <a:schemeClr val="bg1"/>
                </a:solidFill>
              </a:defRPr>
            </a:lvl1p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10054837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tent and Picture 2 Blue">
    <p:bg>
      <p:bgPr>
        <a:solidFill>
          <a:schemeClr val="accent3"/>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dirty="0"/>
              <a:t>Click to edit Master title style</a:t>
            </a:r>
            <a:endParaRPr lang="fi-FI" dirty="0"/>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tx1"/>
          </a:solidFill>
        </p:spPr>
        <p:txBody>
          <a:bodyPr lIns="360000" tIns="360000" rIns="360000" bIns="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1076325" indent="0">
              <a:buNone/>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endParaRPr lang="en-US" dirty="0"/>
          </a:p>
        </p:txBody>
      </p:sp>
      <p:sp>
        <p:nvSpPr>
          <p:cNvPr id="3" name="Date Placeholder 2">
            <a:extLst>
              <a:ext uri="{FF2B5EF4-FFF2-40B4-BE49-F238E27FC236}">
                <a16:creationId xmlns:a16="http://schemas.microsoft.com/office/drawing/2014/main" id="{1B2A142A-BF4E-5EF0-8055-D60384BD50E9}"/>
              </a:ext>
            </a:extLst>
          </p:cNvPr>
          <p:cNvSpPr>
            <a:spLocks noGrp="1"/>
          </p:cNvSpPr>
          <p:nvPr>
            <p:ph type="dt" sz="half" idx="15"/>
          </p:nvPr>
        </p:nvSpPr>
        <p:spPr/>
        <p:txBody>
          <a:bodyPr/>
          <a:lstStyle>
            <a:lvl1pPr>
              <a:defRPr>
                <a:solidFill>
                  <a:schemeClr val="bg1"/>
                </a:solidFill>
              </a:defRPr>
            </a:lvl1pPr>
          </a:lstStyle>
          <a:p>
            <a:fld id="{BB3A5BA6-4852-4E5E-894B-0E83F84A5EB0}" type="datetime1">
              <a:rPr lang="fi-FI" smtClean="0"/>
              <a:t>15.10.2026</a:t>
            </a:fld>
            <a:endParaRPr lang="fi-FI" dirty="0"/>
          </a:p>
        </p:txBody>
      </p:sp>
      <p:sp>
        <p:nvSpPr>
          <p:cNvPr id="4" name="Footer Placeholder 3">
            <a:extLst>
              <a:ext uri="{FF2B5EF4-FFF2-40B4-BE49-F238E27FC236}">
                <a16:creationId xmlns:a16="http://schemas.microsoft.com/office/drawing/2014/main" id="{3BF780F4-1A92-F147-469C-3F289BD99E64}"/>
              </a:ext>
            </a:extLst>
          </p:cNvPr>
          <p:cNvSpPr>
            <a:spLocks noGrp="1"/>
          </p:cNvSpPr>
          <p:nvPr>
            <p:ph type="ftr" sz="quarter" idx="16"/>
          </p:nvPr>
        </p:nvSpPr>
        <p:spPr/>
        <p:txBody>
          <a:bodyPr/>
          <a:lstStyle>
            <a:lvl1pPr>
              <a:defRPr>
                <a:solidFill>
                  <a:schemeClr val="bg1"/>
                </a:solidFill>
              </a:defRPr>
            </a:lvl1pPr>
          </a:lstStyle>
          <a:p>
            <a:endParaRPr lang="fi-FI" dirty="0"/>
          </a:p>
        </p:txBody>
      </p:sp>
      <p:sp>
        <p:nvSpPr>
          <p:cNvPr id="10" name="Slide Number Placeholder 9">
            <a:extLst>
              <a:ext uri="{FF2B5EF4-FFF2-40B4-BE49-F238E27FC236}">
                <a16:creationId xmlns:a16="http://schemas.microsoft.com/office/drawing/2014/main" id="{696244F1-5AD7-1A82-FC48-D3C4AC0F7D18}"/>
              </a:ext>
            </a:extLst>
          </p:cNvPr>
          <p:cNvSpPr>
            <a:spLocks noGrp="1"/>
          </p:cNvSpPr>
          <p:nvPr>
            <p:ph type="sldNum" sz="quarter" idx="17"/>
          </p:nvPr>
        </p:nvSpPr>
        <p:spPr/>
        <p:txBody>
          <a:bodyPr/>
          <a:lstStyle>
            <a:lvl1pPr>
              <a:defRPr>
                <a:solidFill>
                  <a:schemeClr val="bg1"/>
                </a:solidFill>
              </a:defRPr>
            </a:lvl1p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13343028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tent and Picture 2 Red">
    <p:bg>
      <p:bgPr>
        <a:solidFill>
          <a:schemeClr val="accent2"/>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dirty="0"/>
              <a:t>Click to edit Master title style</a:t>
            </a:r>
            <a:endParaRPr lang="fi-FI" dirty="0"/>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tx1"/>
          </a:solidFill>
        </p:spPr>
        <p:txBody>
          <a:bodyPr lIns="360000" tIns="360000" rIns="360000" bIns="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1076325" indent="0">
              <a:buNone/>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endParaRPr lang="en-US" dirty="0"/>
          </a:p>
        </p:txBody>
      </p:sp>
      <p:sp>
        <p:nvSpPr>
          <p:cNvPr id="3" name="Date Placeholder 2">
            <a:extLst>
              <a:ext uri="{FF2B5EF4-FFF2-40B4-BE49-F238E27FC236}">
                <a16:creationId xmlns:a16="http://schemas.microsoft.com/office/drawing/2014/main" id="{F2993854-8244-43E3-C637-3DC3E22EE8CD}"/>
              </a:ext>
            </a:extLst>
          </p:cNvPr>
          <p:cNvSpPr>
            <a:spLocks noGrp="1"/>
          </p:cNvSpPr>
          <p:nvPr>
            <p:ph type="dt" sz="half" idx="15"/>
          </p:nvPr>
        </p:nvSpPr>
        <p:spPr/>
        <p:txBody>
          <a:bodyPr/>
          <a:lstStyle>
            <a:lvl1pPr>
              <a:defRPr>
                <a:solidFill>
                  <a:schemeClr val="bg1"/>
                </a:solidFill>
              </a:defRPr>
            </a:lvl1pPr>
          </a:lstStyle>
          <a:p>
            <a:fld id="{05F8722D-ED71-43A3-B087-B2D89AD1642A}" type="datetime1">
              <a:rPr lang="fi-FI" smtClean="0"/>
              <a:t>15.10.2026</a:t>
            </a:fld>
            <a:endParaRPr lang="fi-FI" dirty="0"/>
          </a:p>
        </p:txBody>
      </p:sp>
      <p:sp>
        <p:nvSpPr>
          <p:cNvPr id="4" name="Footer Placeholder 3">
            <a:extLst>
              <a:ext uri="{FF2B5EF4-FFF2-40B4-BE49-F238E27FC236}">
                <a16:creationId xmlns:a16="http://schemas.microsoft.com/office/drawing/2014/main" id="{716C7C5B-53CC-BAF2-FF29-BF8EBB2FDDB5}"/>
              </a:ext>
            </a:extLst>
          </p:cNvPr>
          <p:cNvSpPr>
            <a:spLocks noGrp="1"/>
          </p:cNvSpPr>
          <p:nvPr>
            <p:ph type="ftr" sz="quarter" idx="16"/>
          </p:nvPr>
        </p:nvSpPr>
        <p:spPr/>
        <p:txBody>
          <a:bodyPr/>
          <a:lstStyle>
            <a:lvl1pPr>
              <a:defRPr>
                <a:solidFill>
                  <a:schemeClr val="bg1"/>
                </a:solidFill>
              </a:defRPr>
            </a:lvl1pPr>
          </a:lstStyle>
          <a:p>
            <a:endParaRPr lang="fi-FI" dirty="0"/>
          </a:p>
        </p:txBody>
      </p:sp>
      <p:sp>
        <p:nvSpPr>
          <p:cNvPr id="10" name="Slide Number Placeholder 9">
            <a:extLst>
              <a:ext uri="{FF2B5EF4-FFF2-40B4-BE49-F238E27FC236}">
                <a16:creationId xmlns:a16="http://schemas.microsoft.com/office/drawing/2014/main" id="{6B487434-97D5-2547-3523-2345F0919C58}"/>
              </a:ext>
            </a:extLst>
          </p:cNvPr>
          <p:cNvSpPr>
            <a:spLocks noGrp="1"/>
          </p:cNvSpPr>
          <p:nvPr>
            <p:ph type="sldNum" sz="quarter" idx="17"/>
          </p:nvPr>
        </p:nvSpPr>
        <p:spPr/>
        <p:txBody>
          <a:bodyPr/>
          <a:lstStyle>
            <a:lvl1pPr>
              <a:defRPr>
                <a:solidFill>
                  <a:schemeClr val="bg1"/>
                </a:solidFill>
              </a:defRPr>
            </a:lvl1p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80796737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 and Picture 2 Yellow">
    <p:bg>
      <p:bgPr>
        <a:solidFill>
          <a:schemeClr val="accent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dirty="0"/>
              <a:t>Click to edit Master title style</a:t>
            </a:r>
            <a:endParaRPr lang="fi-FI" dirty="0"/>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tx1"/>
          </a:solidFill>
        </p:spPr>
        <p:txBody>
          <a:bodyPr lIns="360000" tIns="360000" rIns="360000" bIns="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1076325" indent="0">
              <a:buNone/>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endParaRPr lang="en-US" dirty="0"/>
          </a:p>
        </p:txBody>
      </p:sp>
      <p:sp>
        <p:nvSpPr>
          <p:cNvPr id="3" name="Date Placeholder 2">
            <a:extLst>
              <a:ext uri="{FF2B5EF4-FFF2-40B4-BE49-F238E27FC236}">
                <a16:creationId xmlns:a16="http://schemas.microsoft.com/office/drawing/2014/main" id="{2E59C5E6-3848-DD51-861F-156013956903}"/>
              </a:ext>
            </a:extLst>
          </p:cNvPr>
          <p:cNvSpPr>
            <a:spLocks noGrp="1"/>
          </p:cNvSpPr>
          <p:nvPr>
            <p:ph type="dt" sz="half" idx="15"/>
          </p:nvPr>
        </p:nvSpPr>
        <p:spPr/>
        <p:txBody>
          <a:bodyPr/>
          <a:lstStyle>
            <a:lvl1pPr>
              <a:defRPr>
                <a:solidFill>
                  <a:schemeClr val="bg1"/>
                </a:solidFill>
              </a:defRPr>
            </a:lvl1pPr>
          </a:lstStyle>
          <a:p>
            <a:fld id="{A24535FB-B9C7-4FBE-8088-AC076C86813D}" type="datetime1">
              <a:rPr lang="fi-FI" smtClean="0"/>
              <a:t>15.10.2026</a:t>
            </a:fld>
            <a:endParaRPr lang="fi-FI" dirty="0"/>
          </a:p>
        </p:txBody>
      </p:sp>
      <p:sp>
        <p:nvSpPr>
          <p:cNvPr id="4" name="Footer Placeholder 3">
            <a:extLst>
              <a:ext uri="{FF2B5EF4-FFF2-40B4-BE49-F238E27FC236}">
                <a16:creationId xmlns:a16="http://schemas.microsoft.com/office/drawing/2014/main" id="{5CFDF37D-70A5-B3BF-17C8-24A668D69183}"/>
              </a:ext>
            </a:extLst>
          </p:cNvPr>
          <p:cNvSpPr>
            <a:spLocks noGrp="1"/>
          </p:cNvSpPr>
          <p:nvPr>
            <p:ph type="ftr" sz="quarter" idx="16"/>
          </p:nvPr>
        </p:nvSpPr>
        <p:spPr/>
        <p:txBody>
          <a:bodyPr/>
          <a:lstStyle>
            <a:lvl1pPr>
              <a:defRPr>
                <a:solidFill>
                  <a:schemeClr val="bg1"/>
                </a:solidFill>
              </a:defRPr>
            </a:lvl1pPr>
          </a:lstStyle>
          <a:p>
            <a:endParaRPr lang="fi-FI" dirty="0"/>
          </a:p>
        </p:txBody>
      </p:sp>
      <p:sp>
        <p:nvSpPr>
          <p:cNvPr id="10" name="Slide Number Placeholder 9">
            <a:extLst>
              <a:ext uri="{FF2B5EF4-FFF2-40B4-BE49-F238E27FC236}">
                <a16:creationId xmlns:a16="http://schemas.microsoft.com/office/drawing/2014/main" id="{6443D1A9-B4DE-2DBA-6821-ED921573F159}"/>
              </a:ext>
            </a:extLst>
          </p:cNvPr>
          <p:cNvSpPr>
            <a:spLocks noGrp="1"/>
          </p:cNvSpPr>
          <p:nvPr>
            <p:ph type="sldNum" sz="quarter" idx="17"/>
          </p:nvPr>
        </p:nvSpPr>
        <p:spPr/>
        <p:txBody>
          <a:bodyPr/>
          <a:lstStyle>
            <a:lvl1pPr>
              <a:defRPr>
                <a:solidFill>
                  <a:schemeClr val="bg1"/>
                </a:solidFill>
              </a:defRPr>
            </a:lvl1p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21681528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ent and Picture 3 ">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dirty="0"/>
              <a:t>Click to edit Master title style</a:t>
            </a:r>
            <a:endParaRPr lang="fi-FI" dirty="0"/>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bg1"/>
          </a:solidFill>
        </p:spPr>
        <p:txBody>
          <a:bodyPr lIns="360000" tIns="360000" rIns="360000" bIns="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F7FF4B69-C798-C3F1-7188-B925B03733A5}"/>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5130E494-A65E-1D78-DB63-3C5D959CBFE0}"/>
              </a:ext>
            </a:extLst>
          </p:cNvPr>
          <p:cNvSpPr>
            <a:spLocks noGrp="1"/>
          </p:cNvSpPr>
          <p:nvPr>
            <p:ph type="dt" sz="half" idx="15"/>
          </p:nvPr>
        </p:nvSpPr>
        <p:spPr/>
        <p:txBody>
          <a:bodyPr/>
          <a:lstStyle/>
          <a:p>
            <a:fld id="{B493C2D9-4607-4F25-838E-29642C274E85}" type="datetime1">
              <a:rPr lang="fi-FI" smtClean="0"/>
              <a:t>15.10.2026</a:t>
            </a:fld>
            <a:endParaRPr lang="fi-FI" dirty="0"/>
          </a:p>
        </p:txBody>
      </p:sp>
      <p:sp>
        <p:nvSpPr>
          <p:cNvPr id="10" name="Footer Placeholder 9">
            <a:extLst>
              <a:ext uri="{FF2B5EF4-FFF2-40B4-BE49-F238E27FC236}">
                <a16:creationId xmlns:a16="http://schemas.microsoft.com/office/drawing/2014/main" id="{97EEDB51-27D7-7F66-3869-56438094A3FB}"/>
              </a:ext>
            </a:extLst>
          </p:cNvPr>
          <p:cNvSpPr>
            <a:spLocks noGrp="1"/>
          </p:cNvSpPr>
          <p:nvPr>
            <p:ph type="ftr" sz="quarter" idx="16"/>
          </p:nvPr>
        </p:nvSpPr>
        <p:spPr/>
        <p:txBody>
          <a:bodyPr/>
          <a:lstStyle/>
          <a:p>
            <a:endParaRPr lang="fi-FI" dirty="0"/>
          </a:p>
        </p:txBody>
      </p:sp>
      <p:sp>
        <p:nvSpPr>
          <p:cNvPr id="11" name="Slide Number Placeholder 10">
            <a:extLst>
              <a:ext uri="{FF2B5EF4-FFF2-40B4-BE49-F238E27FC236}">
                <a16:creationId xmlns:a16="http://schemas.microsoft.com/office/drawing/2014/main" id="{9036D707-D9E0-5D34-60D5-E79DC6881585}"/>
              </a:ext>
            </a:extLst>
          </p:cNvPr>
          <p:cNvSpPr>
            <a:spLocks noGrp="1"/>
          </p:cNvSpPr>
          <p:nvPr>
            <p:ph type="sldNum" sz="quarter" idx="17"/>
          </p:nvPr>
        </p:nvSpPr>
        <p:spPr/>
        <p:txBody>
          <a:body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275867761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tent and Picture 3 Blue">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dirty="0"/>
              <a:t>Click to edit Master title style</a:t>
            </a:r>
            <a:endParaRPr lang="fi-FI" dirty="0"/>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accent3"/>
          </a:solidFill>
        </p:spPr>
        <p:txBody>
          <a:bodyPr lIns="360000" tIns="360000" rIns="360000" bIns="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F7FF4B69-C798-C3F1-7188-B925B03733A5}"/>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767DC4F0-F8C6-06CD-A34E-EF0D5D3EF4FC}"/>
              </a:ext>
            </a:extLst>
          </p:cNvPr>
          <p:cNvSpPr>
            <a:spLocks noGrp="1"/>
          </p:cNvSpPr>
          <p:nvPr>
            <p:ph type="dt" sz="half" idx="15"/>
          </p:nvPr>
        </p:nvSpPr>
        <p:spPr/>
        <p:txBody>
          <a:bodyPr/>
          <a:lstStyle/>
          <a:p>
            <a:fld id="{28095AFD-E228-47A8-9880-4B3042A2D1C2}" type="datetime1">
              <a:rPr lang="fi-FI" smtClean="0"/>
              <a:t>15.10.2026</a:t>
            </a:fld>
            <a:endParaRPr lang="fi-FI" dirty="0"/>
          </a:p>
        </p:txBody>
      </p:sp>
      <p:sp>
        <p:nvSpPr>
          <p:cNvPr id="10" name="Footer Placeholder 9">
            <a:extLst>
              <a:ext uri="{FF2B5EF4-FFF2-40B4-BE49-F238E27FC236}">
                <a16:creationId xmlns:a16="http://schemas.microsoft.com/office/drawing/2014/main" id="{8F46D1C0-3FD0-2362-C159-BEADDB3EF46D}"/>
              </a:ext>
            </a:extLst>
          </p:cNvPr>
          <p:cNvSpPr>
            <a:spLocks noGrp="1"/>
          </p:cNvSpPr>
          <p:nvPr>
            <p:ph type="ftr" sz="quarter" idx="16"/>
          </p:nvPr>
        </p:nvSpPr>
        <p:spPr/>
        <p:txBody>
          <a:bodyPr/>
          <a:lstStyle/>
          <a:p>
            <a:endParaRPr lang="fi-FI" dirty="0"/>
          </a:p>
        </p:txBody>
      </p:sp>
      <p:sp>
        <p:nvSpPr>
          <p:cNvPr id="11" name="Slide Number Placeholder 10">
            <a:extLst>
              <a:ext uri="{FF2B5EF4-FFF2-40B4-BE49-F238E27FC236}">
                <a16:creationId xmlns:a16="http://schemas.microsoft.com/office/drawing/2014/main" id="{06C20592-6442-81CE-E493-1241C6AC5FD1}"/>
              </a:ext>
            </a:extLst>
          </p:cNvPr>
          <p:cNvSpPr>
            <a:spLocks noGrp="1"/>
          </p:cNvSpPr>
          <p:nvPr>
            <p:ph type="sldNum" sz="quarter" idx="17"/>
          </p:nvPr>
        </p:nvSpPr>
        <p:spPr/>
        <p:txBody>
          <a:body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23068722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tent and Picture 3 Red">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dirty="0"/>
              <a:t>Click to edit Master title style</a:t>
            </a:r>
            <a:endParaRPr lang="fi-FI" dirty="0"/>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accent2"/>
          </a:solidFill>
        </p:spPr>
        <p:txBody>
          <a:bodyPr lIns="360000" tIns="360000" rIns="360000" bIns="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F7FF4B69-C798-C3F1-7188-B925B03733A5}"/>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76E26E52-F01E-BC81-F222-7E4621B62777}"/>
              </a:ext>
            </a:extLst>
          </p:cNvPr>
          <p:cNvSpPr>
            <a:spLocks noGrp="1"/>
          </p:cNvSpPr>
          <p:nvPr>
            <p:ph type="dt" sz="half" idx="15"/>
          </p:nvPr>
        </p:nvSpPr>
        <p:spPr/>
        <p:txBody>
          <a:bodyPr/>
          <a:lstStyle/>
          <a:p>
            <a:fld id="{E18B24D6-225C-438B-9C73-85BA01452FEB}" type="datetime1">
              <a:rPr lang="fi-FI" smtClean="0"/>
              <a:t>15.10.2026</a:t>
            </a:fld>
            <a:endParaRPr lang="fi-FI" dirty="0"/>
          </a:p>
        </p:txBody>
      </p:sp>
      <p:sp>
        <p:nvSpPr>
          <p:cNvPr id="10" name="Footer Placeholder 9">
            <a:extLst>
              <a:ext uri="{FF2B5EF4-FFF2-40B4-BE49-F238E27FC236}">
                <a16:creationId xmlns:a16="http://schemas.microsoft.com/office/drawing/2014/main" id="{1C7057D4-C8D8-E41D-29C3-A43C0026CE89}"/>
              </a:ext>
            </a:extLst>
          </p:cNvPr>
          <p:cNvSpPr>
            <a:spLocks noGrp="1"/>
          </p:cNvSpPr>
          <p:nvPr>
            <p:ph type="ftr" sz="quarter" idx="16"/>
          </p:nvPr>
        </p:nvSpPr>
        <p:spPr/>
        <p:txBody>
          <a:bodyPr/>
          <a:lstStyle/>
          <a:p>
            <a:endParaRPr lang="fi-FI" dirty="0"/>
          </a:p>
        </p:txBody>
      </p:sp>
      <p:sp>
        <p:nvSpPr>
          <p:cNvPr id="11" name="Slide Number Placeholder 10">
            <a:extLst>
              <a:ext uri="{FF2B5EF4-FFF2-40B4-BE49-F238E27FC236}">
                <a16:creationId xmlns:a16="http://schemas.microsoft.com/office/drawing/2014/main" id="{B29318E7-B01A-6A00-49C8-15BE06F4491F}"/>
              </a:ext>
            </a:extLst>
          </p:cNvPr>
          <p:cNvSpPr>
            <a:spLocks noGrp="1"/>
          </p:cNvSpPr>
          <p:nvPr>
            <p:ph type="sldNum" sz="quarter" idx="17"/>
          </p:nvPr>
        </p:nvSpPr>
        <p:spPr/>
        <p:txBody>
          <a:body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387256150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tent and Picture 3 Yellow">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dirty="0"/>
              <a:t>Click to edit Master title style</a:t>
            </a:r>
            <a:endParaRPr lang="fi-FI" dirty="0"/>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accent1"/>
          </a:solidFill>
        </p:spPr>
        <p:txBody>
          <a:bodyPr lIns="360000" tIns="360000" rIns="360000" bIns="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F7FF4B69-C798-C3F1-7188-B925B03733A5}"/>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47B89FBD-DF44-BB8B-9867-383C65A5BB24}"/>
              </a:ext>
            </a:extLst>
          </p:cNvPr>
          <p:cNvSpPr>
            <a:spLocks noGrp="1"/>
          </p:cNvSpPr>
          <p:nvPr>
            <p:ph type="dt" sz="half" idx="15"/>
          </p:nvPr>
        </p:nvSpPr>
        <p:spPr/>
        <p:txBody>
          <a:bodyPr/>
          <a:lstStyle/>
          <a:p>
            <a:fld id="{78E8A63E-1279-4B24-8B51-13CB96A8745B}" type="datetime1">
              <a:rPr lang="fi-FI" smtClean="0"/>
              <a:t>15.10.2026</a:t>
            </a:fld>
            <a:endParaRPr lang="fi-FI" dirty="0"/>
          </a:p>
        </p:txBody>
      </p:sp>
      <p:sp>
        <p:nvSpPr>
          <p:cNvPr id="10" name="Footer Placeholder 9">
            <a:extLst>
              <a:ext uri="{FF2B5EF4-FFF2-40B4-BE49-F238E27FC236}">
                <a16:creationId xmlns:a16="http://schemas.microsoft.com/office/drawing/2014/main" id="{379603E4-4E8F-7DE5-DBF4-3D80A204C03F}"/>
              </a:ext>
            </a:extLst>
          </p:cNvPr>
          <p:cNvSpPr>
            <a:spLocks noGrp="1"/>
          </p:cNvSpPr>
          <p:nvPr>
            <p:ph type="ftr" sz="quarter" idx="16"/>
          </p:nvPr>
        </p:nvSpPr>
        <p:spPr/>
        <p:txBody>
          <a:bodyPr/>
          <a:lstStyle/>
          <a:p>
            <a:endParaRPr lang="fi-FI" dirty="0"/>
          </a:p>
        </p:txBody>
      </p:sp>
      <p:sp>
        <p:nvSpPr>
          <p:cNvPr id="11" name="Slide Number Placeholder 10">
            <a:extLst>
              <a:ext uri="{FF2B5EF4-FFF2-40B4-BE49-F238E27FC236}">
                <a16:creationId xmlns:a16="http://schemas.microsoft.com/office/drawing/2014/main" id="{685C845B-33B8-3089-1820-F8375F1F31A3}"/>
              </a:ext>
            </a:extLst>
          </p:cNvPr>
          <p:cNvSpPr>
            <a:spLocks noGrp="1"/>
          </p:cNvSpPr>
          <p:nvPr>
            <p:ph type="sldNum" sz="quarter" idx="17"/>
          </p:nvPr>
        </p:nvSpPr>
        <p:spPr/>
        <p:txBody>
          <a:body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83258410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Picture">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0" y="0"/>
            <a:ext cx="12192000" cy="6858000"/>
          </a:xfrm>
          <a:solidFill>
            <a:schemeClr val="bg2"/>
          </a:solidFill>
        </p:spPr>
        <p:txBody>
          <a:bodyPr vert="horz" lIns="0" tIns="0" rIns="0" bIns="0" rtlCol="0" anchor="t" anchorCtr="0">
            <a:noAutofit/>
          </a:bodyPr>
          <a:lstStyle>
            <a:lvl1pPr>
              <a:defRPr lang="fi-FI" sz="1200" noProof="1"/>
            </a:lvl1pPr>
          </a:lstStyle>
          <a:p>
            <a:pPr marR="0" lvl="0" fontAlgn="auto">
              <a:spcAft>
                <a:spcPts val="0"/>
              </a:spcAft>
              <a:buClrTx/>
              <a:buSzTx/>
              <a:tabLst/>
            </a:pPr>
            <a:r>
              <a:rPr lang="fi-FI" noProof="1"/>
              <a:t>Click icon to add image, Fit the image to frame by choosing: 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dirty="0"/>
              <a:t>Click to edit Master title style</a:t>
            </a:r>
            <a:endParaRPr lang="fi-FI" dirty="0"/>
          </a:p>
        </p:txBody>
      </p:sp>
      <p:sp>
        <p:nvSpPr>
          <p:cNvPr id="4" name="Text Placeholder 2">
            <a:extLst>
              <a:ext uri="{FF2B5EF4-FFF2-40B4-BE49-F238E27FC236}">
                <a16:creationId xmlns:a16="http://schemas.microsoft.com/office/drawing/2014/main" id="{3C31FA69-E208-B16D-749C-C889E904FF0C}"/>
              </a:ext>
              <a:ext uri="{C183D7F6-B498-43B3-948B-1728B52AA6E4}">
                <adec:decorative xmlns:adec="http://schemas.microsoft.com/office/drawing/2017/decorative" val="1"/>
              </a:ext>
            </a:extLst>
          </p:cNvPr>
          <p:cNvSpPr>
            <a:spLocks noGrp="1"/>
          </p:cNvSpPr>
          <p:nvPr>
            <p:ph type="body" sz="quarter" idx="19"/>
          </p:nvPr>
        </p:nvSpPr>
        <p:spPr>
          <a:xfrm>
            <a:off x="407988" y="6165336"/>
            <a:ext cx="385200" cy="288000"/>
          </a:xfrm>
          <a:blipFill>
            <a:blip r:embed="rId2"/>
            <a:stretch>
              <a:fillRect/>
            </a:stretch>
          </a:blipFill>
        </p:spPr>
        <p:txBody>
          <a:bodyPr/>
          <a:lstStyle>
            <a:lvl1pPr>
              <a:defRPr sz="100">
                <a:noFill/>
              </a:defRPr>
            </a:lvl1pPr>
          </a:lstStyle>
          <a:p>
            <a:pPr lvl="0"/>
            <a:endParaRPr lang="en-GB" dirty="0"/>
          </a:p>
        </p:txBody>
      </p:sp>
      <p:sp>
        <p:nvSpPr>
          <p:cNvPr id="3" name="Date Placeholder 2">
            <a:extLst>
              <a:ext uri="{FF2B5EF4-FFF2-40B4-BE49-F238E27FC236}">
                <a16:creationId xmlns:a16="http://schemas.microsoft.com/office/drawing/2014/main" id="{0CB1E97D-067B-6A56-E3C1-E0B0E8237E33}"/>
              </a:ext>
            </a:extLst>
          </p:cNvPr>
          <p:cNvSpPr>
            <a:spLocks noGrp="1"/>
          </p:cNvSpPr>
          <p:nvPr>
            <p:ph type="dt" sz="half" idx="20"/>
          </p:nvPr>
        </p:nvSpPr>
        <p:spPr/>
        <p:txBody>
          <a:bodyPr/>
          <a:lstStyle/>
          <a:p>
            <a:fld id="{9A0E1B14-5FAD-4728-B6F7-3C24CEE5BF4A}" type="datetime1">
              <a:rPr lang="fi-FI" smtClean="0"/>
              <a:t>15.10.2026</a:t>
            </a:fld>
            <a:endParaRPr lang="fi-FI" dirty="0"/>
          </a:p>
        </p:txBody>
      </p:sp>
      <p:sp>
        <p:nvSpPr>
          <p:cNvPr id="9" name="Footer Placeholder 8">
            <a:extLst>
              <a:ext uri="{FF2B5EF4-FFF2-40B4-BE49-F238E27FC236}">
                <a16:creationId xmlns:a16="http://schemas.microsoft.com/office/drawing/2014/main" id="{9DD562FA-3522-5D86-6B5D-D46C31407CA8}"/>
              </a:ext>
            </a:extLst>
          </p:cNvPr>
          <p:cNvSpPr>
            <a:spLocks noGrp="1"/>
          </p:cNvSpPr>
          <p:nvPr>
            <p:ph type="ftr" sz="quarter" idx="21"/>
          </p:nvPr>
        </p:nvSpPr>
        <p:spPr/>
        <p:txBody>
          <a:bodyPr/>
          <a:lstStyle/>
          <a:p>
            <a:endParaRPr lang="fi-FI" dirty="0"/>
          </a:p>
        </p:txBody>
      </p:sp>
      <p:sp>
        <p:nvSpPr>
          <p:cNvPr id="10" name="Slide Number Placeholder 9">
            <a:extLst>
              <a:ext uri="{FF2B5EF4-FFF2-40B4-BE49-F238E27FC236}">
                <a16:creationId xmlns:a16="http://schemas.microsoft.com/office/drawing/2014/main" id="{C035D3F8-519A-BD10-B212-14EA8C3C6B26}"/>
              </a:ext>
            </a:extLst>
          </p:cNvPr>
          <p:cNvSpPr>
            <a:spLocks noGrp="1"/>
          </p:cNvSpPr>
          <p:nvPr>
            <p:ph type="sldNum" sz="quarter" idx="22"/>
          </p:nvPr>
        </p:nvSpPr>
        <p:spPr/>
        <p:txBody>
          <a:body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130933410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icture Nega">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0" y="0"/>
            <a:ext cx="12192000" cy="6858000"/>
          </a:xfrm>
          <a:solidFill>
            <a:schemeClr val="bg2"/>
          </a:solidFill>
        </p:spPr>
        <p:txBody>
          <a:bodyPr vert="horz" lIns="0" tIns="0" rIns="0" bIns="0" rtlCol="0" anchor="t" anchorCtr="0">
            <a:noAutofit/>
          </a:bodyPr>
          <a:lstStyle>
            <a:lvl1pPr>
              <a:defRPr lang="fi-FI" sz="1200" noProof="1"/>
            </a:lvl1pPr>
          </a:lstStyle>
          <a:p>
            <a:pPr marR="0" lvl="0" fontAlgn="auto">
              <a:spcAft>
                <a:spcPts val="0"/>
              </a:spcAft>
              <a:buClrTx/>
              <a:buSzTx/>
              <a:tabLst/>
            </a:pPr>
            <a:r>
              <a:rPr lang="fi-FI" noProof="1"/>
              <a:t>Click icon to add image, Fit the image to frame by choosing: 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dirty="0"/>
              <a:t>Click to edit Master title style</a:t>
            </a:r>
            <a:endParaRPr lang="fi-FI" dirty="0"/>
          </a:p>
        </p:txBody>
      </p:sp>
      <p:sp>
        <p:nvSpPr>
          <p:cNvPr id="4" name="Text Placeholder 2">
            <a:extLst>
              <a:ext uri="{FF2B5EF4-FFF2-40B4-BE49-F238E27FC236}">
                <a16:creationId xmlns:a16="http://schemas.microsoft.com/office/drawing/2014/main" id="{3C31FA69-E208-B16D-749C-C889E904FF0C}"/>
              </a:ext>
              <a:ext uri="{C183D7F6-B498-43B3-948B-1728B52AA6E4}">
                <adec:decorative xmlns:adec="http://schemas.microsoft.com/office/drawing/2017/decorative" val="1"/>
              </a:ext>
            </a:extLst>
          </p:cNvPr>
          <p:cNvSpPr>
            <a:spLocks noGrp="1"/>
          </p:cNvSpPr>
          <p:nvPr>
            <p:ph type="body" sz="quarter" idx="19"/>
          </p:nvPr>
        </p:nvSpPr>
        <p:spPr>
          <a:xfrm>
            <a:off x="407988" y="6165336"/>
            <a:ext cx="385200" cy="288000"/>
          </a:xfrm>
          <a:blipFill>
            <a:blip r:embed="rId2"/>
            <a:stretch>
              <a:fillRect/>
            </a:stretch>
          </a:blipFill>
        </p:spPr>
        <p:txBody>
          <a:bodyPr/>
          <a:lstStyle>
            <a:lvl1pPr>
              <a:defRPr sz="100">
                <a:noFill/>
              </a:defRPr>
            </a:lvl1pPr>
          </a:lstStyle>
          <a:p>
            <a:pPr lvl="0"/>
            <a:endParaRPr lang="en-GB" dirty="0"/>
          </a:p>
        </p:txBody>
      </p:sp>
      <p:sp>
        <p:nvSpPr>
          <p:cNvPr id="3" name="Date Placeholder 2">
            <a:extLst>
              <a:ext uri="{FF2B5EF4-FFF2-40B4-BE49-F238E27FC236}">
                <a16:creationId xmlns:a16="http://schemas.microsoft.com/office/drawing/2014/main" id="{9508E6FE-529C-6F82-E69C-32498ED04633}"/>
              </a:ext>
            </a:extLst>
          </p:cNvPr>
          <p:cNvSpPr>
            <a:spLocks noGrp="1"/>
          </p:cNvSpPr>
          <p:nvPr>
            <p:ph type="dt" sz="half" idx="20"/>
          </p:nvPr>
        </p:nvSpPr>
        <p:spPr/>
        <p:txBody>
          <a:bodyPr/>
          <a:lstStyle>
            <a:lvl1pPr>
              <a:defRPr>
                <a:solidFill>
                  <a:schemeClr val="bg1"/>
                </a:solidFill>
              </a:defRPr>
            </a:lvl1pPr>
          </a:lstStyle>
          <a:p>
            <a:fld id="{A3E221B3-DF53-4B90-9863-FDE648642654}" type="datetime1">
              <a:rPr lang="fi-FI" smtClean="0"/>
              <a:t>15.10.2026</a:t>
            </a:fld>
            <a:endParaRPr lang="fi-FI" dirty="0"/>
          </a:p>
        </p:txBody>
      </p:sp>
      <p:sp>
        <p:nvSpPr>
          <p:cNvPr id="9" name="Footer Placeholder 8">
            <a:extLst>
              <a:ext uri="{FF2B5EF4-FFF2-40B4-BE49-F238E27FC236}">
                <a16:creationId xmlns:a16="http://schemas.microsoft.com/office/drawing/2014/main" id="{428CC8F0-0CF6-102F-F83A-926998C03342}"/>
              </a:ext>
            </a:extLst>
          </p:cNvPr>
          <p:cNvSpPr>
            <a:spLocks noGrp="1"/>
          </p:cNvSpPr>
          <p:nvPr>
            <p:ph type="ftr" sz="quarter" idx="21"/>
          </p:nvPr>
        </p:nvSpPr>
        <p:spPr/>
        <p:txBody>
          <a:bodyPr/>
          <a:lstStyle>
            <a:lvl1pPr>
              <a:defRPr>
                <a:solidFill>
                  <a:schemeClr val="bg1"/>
                </a:solidFill>
              </a:defRPr>
            </a:lvl1pPr>
          </a:lstStyle>
          <a:p>
            <a:endParaRPr lang="fi-FI" dirty="0"/>
          </a:p>
        </p:txBody>
      </p:sp>
      <p:sp>
        <p:nvSpPr>
          <p:cNvPr id="10" name="Slide Number Placeholder 9">
            <a:extLst>
              <a:ext uri="{FF2B5EF4-FFF2-40B4-BE49-F238E27FC236}">
                <a16:creationId xmlns:a16="http://schemas.microsoft.com/office/drawing/2014/main" id="{2A5F946C-BD14-D558-2FBC-9358BC12A7B5}"/>
              </a:ext>
            </a:extLst>
          </p:cNvPr>
          <p:cNvSpPr>
            <a:spLocks noGrp="1"/>
          </p:cNvSpPr>
          <p:nvPr>
            <p:ph type="sldNum" sz="quarter" idx="22"/>
          </p:nvPr>
        </p:nvSpPr>
        <p:spPr/>
        <p:txBody>
          <a:bodyPr/>
          <a:lstStyle>
            <a:lvl1pPr>
              <a:defRPr>
                <a:solidFill>
                  <a:schemeClr val="bg1"/>
                </a:solidFill>
              </a:defRPr>
            </a:lvl1pPr>
          </a:lstStyle>
          <a:p>
            <a:fld id="{D701140D-C14F-41CA-99FC-0EF83E8DA40A}" type="slidenum">
              <a:rPr lang="fi-FI" smtClean="0"/>
              <a:pPr/>
              <a:t>‹#›</a:t>
            </a:fld>
            <a:endParaRPr lang="fi-FI" dirty="0"/>
          </a:p>
        </p:txBody>
      </p:sp>
    </p:spTree>
    <p:extLst>
      <p:ext uri="{BB962C8B-B14F-4D97-AF65-F5344CB8AC3E}">
        <p14:creationId xmlns:p14="http://schemas.microsoft.com/office/powerpoint/2010/main" val="232610579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Proces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A107C5E8-F8E2-4AC9-A312-DA4BC489321B}"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2">
            <a:extLst>
              <a:ext uri="{FF2B5EF4-FFF2-40B4-BE49-F238E27FC236}">
                <a16:creationId xmlns:a16="http://schemas.microsoft.com/office/drawing/2014/main" id="{11E4B692-D8EE-2089-7427-A5399BE66F38}"/>
              </a:ext>
            </a:extLst>
          </p:cNvPr>
          <p:cNvSpPr>
            <a:spLocks noGrp="1"/>
          </p:cNvSpPr>
          <p:nvPr>
            <p:ph type="body" idx="14" hasCustomPrompt="1"/>
          </p:nvPr>
        </p:nvSpPr>
        <p:spPr>
          <a:xfrm>
            <a:off x="407988" y="1844674"/>
            <a:ext cx="2016119"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a:t>
            </a:r>
          </a:p>
        </p:txBody>
      </p:sp>
      <p:sp>
        <p:nvSpPr>
          <p:cNvPr id="13" name="Text Placeholder 12">
            <a:extLst>
              <a:ext uri="{FF2B5EF4-FFF2-40B4-BE49-F238E27FC236}">
                <a16:creationId xmlns:a16="http://schemas.microsoft.com/office/drawing/2014/main" id="{7DFA5604-DFA9-5599-E5FB-95F12FB285D5}"/>
              </a:ext>
            </a:extLst>
          </p:cNvPr>
          <p:cNvSpPr>
            <a:spLocks noGrp="1"/>
          </p:cNvSpPr>
          <p:nvPr>
            <p:ph type="body" sz="quarter" idx="15"/>
          </p:nvPr>
        </p:nvSpPr>
        <p:spPr>
          <a:xfrm>
            <a:off x="407988" y="3284538"/>
            <a:ext cx="2015604"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14" name="Text Placeholder 2">
            <a:extLst>
              <a:ext uri="{FF2B5EF4-FFF2-40B4-BE49-F238E27FC236}">
                <a16:creationId xmlns:a16="http://schemas.microsoft.com/office/drawing/2014/main" id="{3827A3A4-CC58-367B-E36F-7AC44E8EC4DB}"/>
              </a:ext>
            </a:extLst>
          </p:cNvPr>
          <p:cNvSpPr>
            <a:spLocks noGrp="1"/>
          </p:cNvSpPr>
          <p:nvPr>
            <p:ph type="body" idx="16" hasCustomPrompt="1"/>
          </p:nvPr>
        </p:nvSpPr>
        <p:spPr>
          <a:xfrm>
            <a:off x="2711607" y="1844674"/>
            <a:ext cx="2088765"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a:t>
            </a:r>
          </a:p>
        </p:txBody>
      </p:sp>
      <p:sp>
        <p:nvSpPr>
          <p:cNvPr id="17" name="Text Placeholder 2">
            <a:extLst>
              <a:ext uri="{FF2B5EF4-FFF2-40B4-BE49-F238E27FC236}">
                <a16:creationId xmlns:a16="http://schemas.microsoft.com/office/drawing/2014/main" id="{B6A71658-2640-5820-00C0-A497E0475D02}"/>
              </a:ext>
            </a:extLst>
          </p:cNvPr>
          <p:cNvSpPr>
            <a:spLocks noGrp="1"/>
          </p:cNvSpPr>
          <p:nvPr>
            <p:ph type="body" idx="18" hasCustomPrompt="1"/>
          </p:nvPr>
        </p:nvSpPr>
        <p:spPr>
          <a:xfrm>
            <a:off x="5087880" y="1844674"/>
            <a:ext cx="2016738"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a:t>
            </a:r>
          </a:p>
        </p:txBody>
      </p:sp>
      <p:sp>
        <p:nvSpPr>
          <p:cNvPr id="20" name="Text Placeholder 2">
            <a:extLst>
              <a:ext uri="{FF2B5EF4-FFF2-40B4-BE49-F238E27FC236}">
                <a16:creationId xmlns:a16="http://schemas.microsoft.com/office/drawing/2014/main" id="{E507729F-3FC3-227F-5A8B-85517FBB16B0}"/>
              </a:ext>
            </a:extLst>
          </p:cNvPr>
          <p:cNvSpPr>
            <a:spLocks noGrp="1"/>
          </p:cNvSpPr>
          <p:nvPr>
            <p:ph type="body" idx="20" hasCustomPrompt="1"/>
          </p:nvPr>
        </p:nvSpPr>
        <p:spPr>
          <a:xfrm>
            <a:off x="7392126" y="1844674"/>
            <a:ext cx="2088765"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a:t>
            </a:r>
          </a:p>
        </p:txBody>
      </p:sp>
      <p:sp>
        <p:nvSpPr>
          <p:cNvPr id="22" name="Text Placeholder 2">
            <a:extLst>
              <a:ext uri="{FF2B5EF4-FFF2-40B4-BE49-F238E27FC236}">
                <a16:creationId xmlns:a16="http://schemas.microsoft.com/office/drawing/2014/main" id="{2B959ACE-C45A-F672-6EF3-2497A285A008}"/>
              </a:ext>
            </a:extLst>
          </p:cNvPr>
          <p:cNvSpPr>
            <a:spLocks noGrp="1"/>
          </p:cNvSpPr>
          <p:nvPr>
            <p:ph type="body" idx="22" hasCustomPrompt="1"/>
          </p:nvPr>
        </p:nvSpPr>
        <p:spPr>
          <a:xfrm>
            <a:off x="9768409" y="1844674"/>
            <a:ext cx="2016120"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a:t>
            </a:r>
          </a:p>
        </p:txBody>
      </p:sp>
      <p:sp>
        <p:nvSpPr>
          <p:cNvPr id="26" name="Text Placeholder 12">
            <a:extLst>
              <a:ext uri="{FF2B5EF4-FFF2-40B4-BE49-F238E27FC236}">
                <a16:creationId xmlns:a16="http://schemas.microsoft.com/office/drawing/2014/main" id="{D9D79536-3D7F-7D6F-2BE3-5C618CB120D9}"/>
              </a:ext>
            </a:extLst>
          </p:cNvPr>
          <p:cNvSpPr>
            <a:spLocks noGrp="1"/>
          </p:cNvSpPr>
          <p:nvPr>
            <p:ph type="body" sz="quarter" idx="23"/>
          </p:nvPr>
        </p:nvSpPr>
        <p:spPr>
          <a:xfrm>
            <a:off x="2711624" y="3284538"/>
            <a:ext cx="2088232"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7" name="Text Placeholder 12">
            <a:extLst>
              <a:ext uri="{FF2B5EF4-FFF2-40B4-BE49-F238E27FC236}">
                <a16:creationId xmlns:a16="http://schemas.microsoft.com/office/drawing/2014/main" id="{E9B545D8-3555-6CE3-D8FD-D2E749B189FA}"/>
              </a:ext>
            </a:extLst>
          </p:cNvPr>
          <p:cNvSpPr>
            <a:spLocks noGrp="1"/>
          </p:cNvSpPr>
          <p:nvPr>
            <p:ph type="body" sz="quarter" idx="24"/>
          </p:nvPr>
        </p:nvSpPr>
        <p:spPr>
          <a:xfrm>
            <a:off x="5088198" y="3284538"/>
            <a:ext cx="2015604"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8" name="Text Placeholder 12">
            <a:extLst>
              <a:ext uri="{FF2B5EF4-FFF2-40B4-BE49-F238E27FC236}">
                <a16:creationId xmlns:a16="http://schemas.microsoft.com/office/drawing/2014/main" id="{6DB34C07-D845-0A71-7110-873D3E54FE62}"/>
              </a:ext>
            </a:extLst>
          </p:cNvPr>
          <p:cNvSpPr>
            <a:spLocks noGrp="1"/>
          </p:cNvSpPr>
          <p:nvPr>
            <p:ph type="body" sz="quarter" idx="25"/>
          </p:nvPr>
        </p:nvSpPr>
        <p:spPr>
          <a:xfrm>
            <a:off x="7392144" y="3284538"/>
            <a:ext cx="2088232"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9" name="Text Placeholder 12">
            <a:extLst>
              <a:ext uri="{FF2B5EF4-FFF2-40B4-BE49-F238E27FC236}">
                <a16:creationId xmlns:a16="http://schemas.microsoft.com/office/drawing/2014/main" id="{812168A2-46B4-55B8-F41F-994C00D2483C}"/>
              </a:ext>
            </a:extLst>
          </p:cNvPr>
          <p:cNvSpPr>
            <a:spLocks noGrp="1"/>
          </p:cNvSpPr>
          <p:nvPr>
            <p:ph type="body" sz="quarter" idx="26"/>
          </p:nvPr>
        </p:nvSpPr>
        <p:spPr>
          <a:xfrm>
            <a:off x="9769028" y="3284538"/>
            <a:ext cx="2015604"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Tree>
    <p:extLst>
      <p:ext uri="{BB962C8B-B14F-4D97-AF65-F5344CB8AC3E}">
        <p14:creationId xmlns:p14="http://schemas.microsoft.com/office/powerpoint/2010/main" val="113957001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ocess Bla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7E36261A-7C95-4944-BB45-6807A0B21284}"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6" name="Text Placeholder 12">
            <a:extLst>
              <a:ext uri="{FF2B5EF4-FFF2-40B4-BE49-F238E27FC236}">
                <a16:creationId xmlns:a16="http://schemas.microsoft.com/office/drawing/2014/main" id="{2909D46F-AC09-DECA-BACA-C1675FF98C92}"/>
              </a:ext>
            </a:extLst>
          </p:cNvPr>
          <p:cNvSpPr>
            <a:spLocks noGrp="1"/>
          </p:cNvSpPr>
          <p:nvPr>
            <p:ph type="body" sz="quarter" idx="15"/>
          </p:nvPr>
        </p:nvSpPr>
        <p:spPr>
          <a:xfrm>
            <a:off x="40798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19" name="Text Placeholder 12">
            <a:extLst>
              <a:ext uri="{FF2B5EF4-FFF2-40B4-BE49-F238E27FC236}">
                <a16:creationId xmlns:a16="http://schemas.microsoft.com/office/drawing/2014/main" id="{687E3998-D801-6A68-FC17-6DEBC7159F75}"/>
              </a:ext>
            </a:extLst>
          </p:cNvPr>
          <p:cNvSpPr>
            <a:spLocks noGrp="1"/>
          </p:cNvSpPr>
          <p:nvPr>
            <p:ph type="body" sz="quarter" idx="23"/>
          </p:nvPr>
        </p:nvSpPr>
        <p:spPr>
          <a:xfrm>
            <a:off x="271162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4" name="Text Placeholder 12">
            <a:extLst>
              <a:ext uri="{FF2B5EF4-FFF2-40B4-BE49-F238E27FC236}">
                <a16:creationId xmlns:a16="http://schemas.microsoft.com/office/drawing/2014/main" id="{D97F3D4F-F6AB-ED14-9484-30FEA1506137}"/>
              </a:ext>
            </a:extLst>
          </p:cNvPr>
          <p:cNvSpPr>
            <a:spLocks noGrp="1"/>
          </p:cNvSpPr>
          <p:nvPr>
            <p:ph type="body" sz="quarter" idx="29"/>
          </p:nvPr>
        </p:nvSpPr>
        <p:spPr>
          <a:xfrm>
            <a:off x="508819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5" name="Text Placeholder 12">
            <a:extLst>
              <a:ext uri="{FF2B5EF4-FFF2-40B4-BE49-F238E27FC236}">
                <a16:creationId xmlns:a16="http://schemas.microsoft.com/office/drawing/2014/main" id="{F5BB4B25-AFF9-AFEA-85BA-E387072E794C}"/>
              </a:ext>
            </a:extLst>
          </p:cNvPr>
          <p:cNvSpPr>
            <a:spLocks noGrp="1"/>
          </p:cNvSpPr>
          <p:nvPr>
            <p:ph type="body" sz="quarter" idx="30"/>
          </p:nvPr>
        </p:nvSpPr>
        <p:spPr>
          <a:xfrm>
            <a:off x="739214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6" name="Text Placeholder 12">
            <a:extLst>
              <a:ext uri="{FF2B5EF4-FFF2-40B4-BE49-F238E27FC236}">
                <a16:creationId xmlns:a16="http://schemas.microsoft.com/office/drawing/2014/main" id="{ADB44BCB-11F4-E11F-6050-6499858CFA4B}"/>
              </a:ext>
            </a:extLst>
          </p:cNvPr>
          <p:cNvSpPr>
            <a:spLocks noGrp="1"/>
          </p:cNvSpPr>
          <p:nvPr>
            <p:ph type="body" sz="quarter" idx="31"/>
          </p:nvPr>
        </p:nvSpPr>
        <p:spPr>
          <a:xfrm>
            <a:off x="976902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17" name="Text Placeholder 2">
            <a:extLst>
              <a:ext uri="{FF2B5EF4-FFF2-40B4-BE49-F238E27FC236}">
                <a16:creationId xmlns:a16="http://schemas.microsoft.com/office/drawing/2014/main" id="{60527BA6-8E7F-91F7-0FF5-EAFF7FBB237A}"/>
              </a:ext>
            </a:extLst>
          </p:cNvPr>
          <p:cNvSpPr>
            <a:spLocks noGrp="1"/>
          </p:cNvSpPr>
          <p:nvPr>
            <p:ph type="body" idx="14"/>
          </p:nvPr>
        </p:nvSpPr>
        <p:spPr>
          <a:xfrm>
            <a:off x="407988"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18" name="Text Placeholder 2">
            <a:extLst>
              <a:ext uri="{FF2B5EF4-FFF2-40B4-BE49-F238E27FC236}">
                <a16:creationId xmlns:a16="http://schemas.microsoft.com/office/drawing/2014/main" id="{25B7FD09-6933-9B2C-E660-44271E46576A}"/>
              </a:ext>
            </a:extLst>
          </p:cNvPr>
          <p:cNvSpPr>
            <a:spLocks noGrp="1"/>
          </p:cNvSpPr>
          <p:nvPr>
            <p:ph type="body" idx="16"/>
          </p:nvPr>
        </p:nvSpPr>
        <p:spPr>
          <a:xfrm>
            <a:off x="2711607"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20" name="Text Placeholder 2">
            <a:extLst>
              <a:ext uri="{FF2B5EF4-FFF2-40B4-BE49-F238E27FC236}">
                <a16:creationId xmlns:a16="http://schemas.microsoft.com/office/drawing/2014/main" id="{7E9BC9FF-8079-A9F7-940B-AD180B5C7111}"/>
              </a:ext>
            </a:extLst>
          </p:cNvPr>
          <p:cNvSpPr>
            <a:spLocks noGrp="1"/>
          </p:cNvSpPr>
          <p:nvPr>
            <p:ph type="body" idx="18"/>
          </p:nvPr>
        </p:nvSpPr>
        <p:spPr>
          <a:xfrm>
            <a:off x="5087880"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21" name="Text Placeholder 2">
            <a:extLst>
              <a:ext uri="{FF2B5EF4-FFF2-40B4-BE49-F238E27FC236}">
                <a16:creationId xmlns:a16="http://schemas.microsoft.com/office/drawing/2014/main" id="{8BE256EA-AF3A-004E-60D5-EB46182584F3}"/>
              </a:ext>
            </a:extLst>
          </p:cNvPr>
          <p:cNvSpPr>
            <a:spLocks noGrp="1"/>
          </p:cNvSpPr>
          <p:nvPr>
            <p:ph type="body" idx="20"/>
          </p:nvPr>
        </p:nvSpPr>
        <p:spPr>
          <a:xfrm>
            <a:off x="7392126"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22" name="Text Placeholder 2">
            <a:extLst>
              <a:ext uri="{FF2B5EF4-FFF2-40B4-BE49-F238E27FC236}">
                <a16:creationId xmlns:a16="http://schemas.microsoft.com/office/drawing/2014/main" id="{C3F0EB54-3301-1385-D27F-5E7B2877AC94}"/>
              </a:ext>
            </a:extLst>
          </p:cNvPr>
          <p:cNvSpPr>
            <a:spLocks noGrp="1"/>
          </p:cNvSpPr>
          <p:nvPr>
            <p:ph type="body" idx="22"/>
          </p:nvPr>
        </p:nvSpPr>
        <p:spPr>
          <a:xfrm>
            <a:off x="9768409"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Tree>
    <p:extLst>
      <p:ext uri="{BB962C8B-B14F-4D97-AF65-F5344CB8AC3E}">
        <p14:creationId xmlns:p14="http://schemas.microsoft.com/office/powerpoint/2010/main" val="13645728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ocess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7851D551-224F-4275-99F4-007B49D96B02}"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6" name="Text Placeholder 12">
            <a:extLst>
              <a:ext uri="{FF2B5EF4-FFF2-40B4-BE49-F238E27FC236}">
                <a16:creationId xmlns:a16="http://schemas.microsoft.com/office/drawing/2014/main" id="{2909D46F-AC09-DECA-BACA-C1675FF98C92}"/>
              </a:ext>
            </a:extLst>
          </p:cNvPr>
          <p:cNvSpPr>
            <a:spLocks noGrp="1"/>
          </p:cNvSpPr>
          <p:nvPr>
            <p:ph type="body" sz="quarter" idx="15"/>
          </p:nvPr>
        </p:nvSpPr>
        <p:spPr>
          <a:xfrm>
            <a:off x="40798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19" name="Text Placeholder 12">
            <a:extLst>
              <a:ext uri="{FF2B5EF4-FFF2-40B4-BE49-F238E27FC236}">
                <a16:creationId xmlns:a16="http://schemas.microsoft.com/office/drawing/2014/main" id="{687E3998-D801-6A68-FC17-6DEBC7159F75}"/>
              </a:ext>
            </a:extLst>
          </p:cNvPr>
          <p:cNvSpPr>
            <a:spLocks noGrp="1"/>
          </p:cNvSpPr>
          <p:nvPr>
            <p:ph type="body" sz="quarter" idx="23"/>
          </p:nvPr>
        </p:nvSpPr>
        <p:spPr>
          <a:xfrm>
            <a:off x="271162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4" name="Text Placeholder 12">
            <a:extLst>
              <a:ext uri="{FF2B5EF4-FFF2-40B4-BE49-F238E27FC236}">
                <a16:creationId xmlns:a16="http://schemas.microsoft.com/office/drawing/2014/main" id="{D97F3D4F-F6AB-ED14-9484-30FEA1506137}"/>
              </a:ext>
            </a:extLst>
          </p:cNvPr>
          <p:cNvSpPr>
            <a:spLocks noGrp="1"/>
          </p:cNvSpPr>
          <p:nvPr>
            <p:ph type="body" sz="quarter" idx="29"/>
          </p:nvPr>
        </p:nvSpPr>
        <p:spPr>
          <a:xfrm>
            <a:off x="508819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5" name="Text Placeholder 12">
            <a:extLst>
              <a:ext uri="{FF2B5EF4-FFF2-40B4-BE49-F238E27FC236}">
                <a16:creationId xmlns:a16="http://schemas.microsoft.com/office/drawing/2014/main" id="{F5BB4B25-AFF9-AFEA-85BA-E387072E794C}"/>
              </a:ext>
            </a:extLst>
          </p:cNvPr>
          <p:cNvSpPr>
            <a:spLocks noGrp="1"/>
          </p:cNvSpPr>
          <p:nvPr>
            <p:ph type="body" sz="quarter" idx="30"/>
          </p:nvPr>
        </p:nvSpPr>
        <p:spPr>
          <a:xfrm>
            <a:off x="739214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6" name="Text Placeholder 12">
            <a:extLst>
              <a:ext uri="{FF2B5EF4-FFF2-40B4-BE49-F238E27FC236}">
                <a16:creationId xmlns:a16="http://schemas.microsoft.com/office/drawing/2014/main" id="{ADB44BCB-11F4-E11F-6050-6499858CFA4B}"/>
              </a:ext>
            </a:extLst>
          </p:cNvPr>
          <p:cNvSpPr>
            <a:spLocks noGrp="1"/>
          </p:cNvSpPr>
          <p:nvPr>
            <p:ph type="body" sz="quarter" idx="31"/>
          </p:nvPr>
        </p:nvSpPr>
        <p:spPr>
          <a:xfrm>
            <a:off x="976902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17" name="Text Placeholder 2">
            <a:extLst>
              <a:ext uri="{FF2B5EF4-FFF2-40B4-BE49-F238E27FC236}">
                <a16:creationId xmlns:a16="http://schemas.microsoft.com/office/drawing/2014/main" id="{60527BA6-8E7F-91F7-0FF5-EAFF7FBB237A}"/>
              </a:ext>
            </a:extLst>
          </p:cNvPr>
          <p:cNvSpPr>
            <a:spLocks noGrp="1"/>
          </p:cNvSpPr>
          <p:nvPr>
            <p:ph type="body" idx="14"/>
          </p:nvPr>
        </p:nvSpPr>
        <p:spPr>
          <a:xfrm>
            <a:off x="407988"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18" name="Text Placeholder 2">
            <a:extLst>
              <a:ext uri="{FF2B5EF4-FFF2-40B4-BE49-F238E27FC236}">
                <a16:creationId xmlns:a16="http://schemas.microsoft.com/office/drawing/2014/main" id="{25B7FD09-6933-9B2C-E660-44271E46576A}"/>
              </a:ext>
            </a:extLst>
          </p:cNvPr>
          <p:cNvSpPr>
            <a:spLocks noGrp="1"/>
          </p:cNvSpPr>
          <p:nvPr>
            <p:ph type="body" idx="16"/>
          </p:nvPr>
        </p:nvSpPr>
        <p:spPr>
          <a:xfrm>
            <a:off x="2711607"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20" name="Text Placeholder 2">
            <a:extLst>
              <a:ext uri="{FF2B5EF4-FFF2-40B4-BE49-F238E27FC236}">
                <a16:creationId xmlns:a16="http://schemas.microsoft.com/office/drawing/2014/main" id="{7E9BC9FF-8079-A9F7-940B-AD180B5C7111}"/>
              </a:ext>
            </a:extLst>
          </p:cNvPr>
          <p:cNvSpPr>
            <a:spLocks noGrp="1"/>
          </p:cNvSpPr>
          <p:nvPr>
            <p:ph type="body" idx="18"/>
          </p:nvPr>
        </p:nvSpPr>
        <p:spPr>
          <a:xfrm>
            <a:off x="5087880"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21" name="Text Placeholder 2">
            <a:extLst>
              <a:ext uri="{FF2B5EF4-FFF2-40B4-BE49-F238E27FC236}">
                <a16:creationId xmlns:a16="http://schemas.microsoft.com/office/drawing/2014/main" id="{8BE256EA-AF3A-004E-60D5-EB46182584F3}"/>
              </a:ext>
            </a:extLst>
          </p:cNvPr>
          <p:cNvSpPr>
            <a:spLocks noGrp="1"/>
          </p:cNvSpPr>
          <p:nvPr>
            <p:ph type="body" idx="20"/>
          </p:nvPr>
        </p:nvSpPr>
        <p:spPr>
          <a:xfrm>
            <a:off x="7392126"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22" name="Text Placeholder 2">
            <a:extLst>
              <a:ext uri="{FF2B5EF4-FFF2-40B4-BE49-F238E27FC236}">
                <a16:creationId xmlns:a16="http://schemas.microsoft.com/office/drawing/2014/main" id="{C3F0EB54-3301-1385-D27F-5E7B2877AC94}"/>
              </a:ext>
            </a:extLst>
          </p:cNvPr>
          <p:cNvSpPr>
            <a:spLocks noGrp="1"/>
          </p:cNvSpPr>
          <p:nvPr>
            <p:ph type="body" idx="22"/>
          </p:nvPr>
        </p:nvSpPr>
        <p:spPr>
          <a:xfrm>
            <a:off x="9768409"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Tree>
    <p:extLst>
      <p:ext uri="{BB962C8B-B14F-4D97-AF65-F5344CB8AC3E}">
        <p14:creationId xmlns:p14="http://schemas.microsoft.com/office/powerpoint/2010/main" val="270783552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ocess R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32CE707D-46A7-4EB0-836C-EDA26A1FAB33}"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6" name="Text Placeholder 12">
            <a:extLst>
              <a:ext uri="{FF2B5EF4-FFF2-40B4-BE49-F238E27FC236}">
                <a16:creationId xmlns:a16="http://schemas.microsoft.com/office/drawing/2014/main" id="{2909D46F-AC09-DECA-BACA-C1675FF98C92}"/>
              </a:ext>
            </a:extLst>
          </p:cNvPr>
          <p:cNvSpPr>
            <a:spLocks noGrp="1"/>
          </p:cNvSpPr>
          <p:nvPr>
            <p:ph type="body" sz="quarter" idx="15"/>
          </p:nvPr>
        </p:nvSpPr>
        <p:spPr>
          <a:xfrm>
            <a:off x="40798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19" name="Text Placeholder 12">
            <a:extLst>
              <a:ext uri="{FF2B5EF4-FFF2-40B4-BE49-F238E27FC236}">
                <a16:creationId xmlns:a16="http://schemas.microsoft.com/office/drawing/2014/main" id="{687E3998-D801-6A68-FC17-6DEBC7159F75}"/>
              </a:ext>
            </a:extLst>
          </p:cNvPr>
          <p:cNvSpPr>
            <a:spLocks noGrp="1"/>
          </p:cNvSpPr>
          <p:nvPr>
            <p:ph type="body" sz="quarter" idx="23"/>
          </p:nvPr>
        </p:nvSpPr>
        <p:spPr>
          <a:xfrm>
            <a:off x="271162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4" name="Text Placeholder 12">
            <a:extLst>
              <a:ext uri="{FF2B5EF4-FFF2-40B4-BE49-F238E27FC236}">
                <a16:creationId xmlns:a16="http://schemas.microsoft.com/office/drawing/2014/main" id="{D97F3D4F-F6AB-ED14-9484-30FEA1506137}"/>
              </a:ext>
            </a:extLst>
          </p:cNvPr>
          <p:cNvSpPr>
            <a:spLocks noGrp="1"/>
          </p:cNvSpPr>
          <p:nvPr>
            <p:ph type="body" sz="quarter" idx="29"/>
          </p:nvPr>
        </p:nvSpPr>
        <p:spPr>
          <a:xfrm>
            <a:off x="508819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5" name="Text Placeholder 12">
            <a:extLst>
              <a:ext uri="{FF2B5EF4-FFF2-40B4-BE49-F238E27FC236}">
                <a16:creationId xmlns:a16="http://schemas.microsoft.com/office/drawing/2014/main" id="{F5BB4B25-AFF9-AFEA-85BA-E387072E794C}"/>
              </a:ext>
            </a:extLst>
          </p:cNvPr>
          <p:cNvSpPr>
            <a:spLocks noGrp="1"/>
          </p:cNvSpPr>
          <p:nvPr>
            <p:ph type="body" sz="quarter" idx="30"/>
          </p:nvPr>
        </p:nvSpPr>
        <p:spPr>
          <a:xfrm>
            <a:off x="739214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6" name="Text Placeholder 12">
            <a:extLst>
              <a:ext uri="{FF2B5EF4-FFF2-40B4-BE49-F238E27FC236}">
                <a16:creationId xmlns:a16="http://schemas.microsoft.com/office/drawing/2014/main" id="{ADB44BCB-11F4-E11F-6050-6499858CFA4B}"/>
              </a:ext>
            </a:extLst>
          </p:cNvPr>
          <p:cNvSpPr>
            <a:spLocks noGrp="1"/>
          </p:cNvSpPr>
          <p:nvPr>
            <p:ph type="body" sz="quarter" idx="31"/>
          </p:nvPr>
        </p:nvSpPr>
        <p:spPr>
          <a:xfrm>
            <a:off x="976902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17" name="Text Placeholder 2">
            <a:extLst>
              <a:ext uri="{FF2B5EF4-FFF2-40B4-BE49-F238E27FC236}">
                <a16:creationId xmlns:a16="http://schemas.microsoft.com/office/drawing/2014/main" id="{60527BA6-8E7F-91F7-0FF5-EAFF7FBB237A}"/>
              </a:ext>
            </a:extLst>
          </p:cNvPr>
          <p:cNvSpPr>
            <a:spLocks noGrp="1"/>
          </p:cNvSpPr>
          <p:nvPr>
            <p:ph type="body" idx="14"/>
          </p:nvPr>
        </p:nvSpPr>
        <p:spPr>
          <a:xfrm>
            <a:off x="407988"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18" name="Text Placeholder 2">
            <a:extLst>
              <a:ext uri="{FF2B5EF4-FFF2-40B4-BE49-F238E27FC236}">
                <a16:creationId xmlns:a16="http://schemas.microsoft.com/office/drawing/2014/main" id="{25B7FD09-6933-9B2C-E660-44271E46576A}"/>
              </a:ext>
            </a:extLst>
          </p:cNvPr>
          <p:cNvSpPr>
            <a:spLocks noGrp="1"/>
          </p:cNvSpPr>
          <p:nvPr>
            <p:ph type="body" idx="16"/>
          </p:nvPr>
        </p:nvSpPr>
        <p:spPr>
          <a:xfrm>
            <a:off x="2711607"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20" name="Text Placeholder 2">
            <a:extLst>
              <a:ext uri="{FF2B5EF4-FFF2-40B4-BE49-F238E27FC236}">
                <a16:creationId xmlns:a16="http://schemas.microsoft.com/office/drawing/2014/main" id="{7E9BC9FF-8079-A9F7-940B-AD180B5C7111}"/>
              </a:ext>
            </a:extLst>
          </p:cNvPr>
          <p:cNvSpPr>
            <a:spLocks noGrp="1"/>
          </p:cNvSpPr>
          <p:nvPr>
            <p:ph type="body" idx="18"/>
          </p:nvPr>
        </p:nvSpPr>
        <p:spPr>
          <a:xfrm>
            <a:off x="5087880"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21" name="Text Placeholder 2">
            <a:extLst>
              <a:ext uri="{FF2B5EF4-FFF2-40B4-BE49-F238E27FC236}">
                <a16:creationId xmlns:a16="http://schemas.microsoft.com/office/drawing/2014/main" id="{8BE256EA-AF3A-004E-60D5-EB46182584F3}"/>
              </a:ext>
            </a:extLst>
          </p:cNvPr>
          <p:cNvSpPr>
            <a:spLocks noGrp="1"/>
          </p:cNvSpPr>
          <p:nvPr>
            <p:ph type="body" idx="20"/>
          </p:nvPr>
        </p:nvSpPr>
        <p:spPr>
          <a:xfrm>
            <a:off x="7392126"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22" name="Text Placeholder 2">
            <a:extLst>
              <a:ext uri="{FF2B5EF4-FFF2-40B4-BE49-F238E27FC236}">
                <a16:creationId xmlns:a16="http://schemas.microsoft.com/office/drawing/2014/main" id="{C3F0EB54-3301-1385-D27F-5E7B2877AC94}"/>
              </a:ext>
            </a:extLst>
          </p:cNvPr>
          <p:cNvSpPr>
            <a:spLocks noGrp="1"/>
          </p:cNvSpPr>
          <p:nvPr>
            <p:ph type="body" idx="22"/>
          </p:nvPr>
        </p:nvSpPr>
        <p:spPr>
          <a:xfrm>
            <a:off x="9768409"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Tree>
    <p:extLst>
      <p:ext uri="{BB962C8B-B14F-4D97-AF65-F5344CB8AC3E}">
        <p14:creationId xmlns:p14="http://schemas.microsoft.com/office/powerpoint/2010/main" val="340211472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Process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fld id="{1E8B3782-270A-4206-B651-06645730FAE2}" type="datetime1">
              <a:rPr lang="fi-FI" smtClean="0"/>
              <a:t>15.10.2026</a:t>
            </a:fld>
            <a:endParaRPr lang="fi-FI"/>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6" name="Text Placeholder 12">
            <a:extLst>
              <a:ext uri="{FF2B5EF4-FFF2-40B4-BE49-F238E27FC236}">
                <a16:creationId xmlns:a16="http://schemas.microsoft.com/office/drawing/2014/main" id="{2909D46F-AC09-DECA-BACA-C1675FF98C92}"/>
              </a:ext>
            </a:extLst>
          </p:cNvPr>
          <p:cNvSpPr>
            <a:spLocks noGrp="1"/>
          </p:cNvSpPr>
          <p:nvPr>
            <p:ph type="body" sz="quarter" idx="15"/>
          </p:nvPr>
        </p:nvSpPr>
        <p:spPr>
          <a:xfrm>
            <a:off x="40798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19" name="Text Placeholder 12">
            <a:extLst>
              <a:ext uri="{FF2B5EF4-FFF2-40B4-BE49-F238E27FC236}">
                <a16:creationId xmlns:a16="http://schemas.microsoft.com/office/drawing/2014/main" id="{687E3998-D801-6A68-FC17-6DEBC7159F75}"/>
              </a:ext>
            </a:extLst>
          </p:cNvPr>
          <p:cNvSpPr>
            <a:spLocks noGrp="1"/>
          </p:cNvSpPr>
          <p:nvPr>
            <p:ph type="body" sz="quarter" idx="23"/>
          </p:nvPr>
        </p:nvSpPr>
        <p:spPr>
          <a:xfrm>
            <a:off x="271162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4" name="Text Placeholder 12">
            <a:extLst>
              <a:ext uri="{FF2B5EF4-FFF2-40B4-BE49-F238E27FC236}">
                <a16:creationId xmlns:a16="http://schemas.microsoft.com/office/drawing/2014/main" id="{D97F3D4F-F6AB-ED14-9484-30FEA1506137}"/>
              </a:ext>
            </a:extLst>
          </p:cNvPr>
          <p:cNvSpPr>
            <a:spLocks noGrp="1"/>
          </p:cNvSpPr>
          <p:nvPr>
            <p:ph type="body" sz="quarter" idx="29"/>
          </p:nvPr>
        </p:nvSpPr>
        <p:spPr>
          <a:xfrm>
            <a:off x="508819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5" name="Text Placeholder 12">
            <a:extLst>
              <a:ext uri="{FF2B5EF4-FFF2-40B4-BE49-F238E27FC236}">
                <a16:creationId xmlns:a16="http://schemas.microsoft.com/office/drawing/2014/main" id="{F5BB4B25-AFF9-AFEA-85BA-E387072E794C}"/>
              </a:ext>
            </a:extLst>
          </p:cNvPr>
          <p:cNvSpPr>
            <a:spLocks noGrp="1"/>
          </p:cNvSpPr>
          <p:nvPr>
            <p:ph type="body" sz="quarter" idx="30"/>
          </p:nvPr>
        </p:nvSpPr>
        <p:spPr>
          <a:xfrm>
            <a:off x="739214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26" name="Text Placeholder 12">
            <a:extLst>
              <a:ext uri="{FF2B5EF4-FFF2-40B4-BE49-F238E27FC236}">
                <a16:creationId xmlns:a16="http://schemas.microsoft.com/office/drawing/2014/main" id="{ADB44BCB-11F4-E11F-6050-6499858CFA4B}"/>
              </a:ext>
            </a:extLst>
          </p:cNvPr>
          <p:cNvSpPr>
            <a:spLocks noGrp="1"/>
          </p:cNvSpPr>
          <p:nvPr>
            <p:ph type="body" sz="quarter" idx="31"/>
          </p:nvPr>
        </p:nvSpPr>
        <p:spPr>
          <a:xfrm>
            <a:off x="976902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17" name="Text Placeholder 2">
            <a:extLst>
              <a:ext uri="{FF2B5EF4-FFF2-40B4-BE49-F238E27FC236}">
                <a16:creationId xmlns:a16="http://schemas.microsoft.com/office/drawing/2014/main" id="{60527BA6-8E7F-91F7-0FF5-EAFF7FBB237A}"/>
              </a:ext>
            </a:extLst>
          </p:cNvPr>
          <p:cNvSpPr>
            <a:spLocks noGrp="1"/>
          </p:cNvSpPr>
          <p:nvPr>
            <p:ph type="body" idx="14"/>
          </p:nvPr>
        </p:nvSpPr>
        <p:spPr>
          <a:xfrm>
            <a:off x="407988"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18" name="Text Placeholder 2">
            <a:extLst>
              <a:ext uri="{FF2B5EF4-FFF2-40B4-BE49-F238E27FC236}">
                <a16:creationId xmlns:a16="http://schemas.microsoft.com/office/drawing/2014/main" id="{25B7FD09-6933-9B2C-E660-44271E46576A}"/>
              </a:ext>
            </a:extLst>
          </p:cNvPr>
          <p:cNvSpPr>
            <a:spLocks noGrp="1"/>
          </p:cNvSpPr>
          <p:nvPr>
            <p:ph type="body" idx="16"/>
          </p:nvPr>
        </p:nvSpPr>
        <p:spPr>
          <a:xfrm>
            <a:off x="2711607"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20" name="Text Placeholder 2">
            <a:extLst>
              <a:ext uri="{FF2B5EF4-FFF2-40B4-BE49-F238E27FC236}">
                <a16:creationId xmlns:a16="http://schemas.microsoft.com/office/drawing/2014/main" id="{7E9BC9FF-8079-A9F7-940B-AD180B5C7111}"/>
              </a:ext>
            </a:extLst>
          </p:cNvPr>
          <p:cNvSpPr>
            <a:spLocks noGrp="1"/>
          </p:cNvSpPr>
          <p:nvPr>
            <p:ph type="body" idx="18"/>
          </p:nvPr>
        </p:nvSpPr>
        <p:spPr>
          <a:xfrm>
            <a:off x="5087880"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21" name="Text Placeholder 2">
            <a:extLst>
              <a:ext uri="{FF2B5EF4-FFF2-40B4-BE49-F238E27FC236}">
                <a16:creationId xmlns:a16="http://schemas.microsoft.com/office/drawing/2014/main" id="{8BE256EA-AF3A-004E-60D5-EB46182584F3}"/>
              </a:ext>
            </a:extLst>
          </p:cNvPr>
          <p:cNvSpPr>
            <a:spLocks noGrp="1"/>
          </p:cNvSpPr>
          <p:nvPr>
            <p:ph type="body" idx="20"/>
          </p:nvPr>
        </p:nvSpPr>
        <p:spPr>
          <a:xfrm>
            <a:off x="7392126"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
        <p:nvSpPr>
          <p:cNvPr id="22" name="Text Placeholder 2">
            <a:extLst>
              <a:ext uri="{FF2B5EF4-FFF2-40B4-BE49-F238E27FC236}">
                <a16:creationId xmlns:a16="http://schemas.microsoft.com/office/drawing/2014/main" id="{C3F0EB54-3301-1385-D27F-5E7B2877AC94}"/>
              </a:ext>
            </a:extLst>
          </p:cNvPr>
          <p:cNvSpPr>
            <a:spLocks noGrp="1"/>
          </p:cNvSpPr>
          <p:nvPr>
            <p:ph type="body" idx="22"/>
          </p:nvPr>
        </p:nvSpPr>
        <p:spPr>
          <a:xfrm>
            <a:off x="9768409"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dirty="0"/>
          </a:p>
        </p:txBody>
      </p:sp>
    </p:spTree>
    <p:extLst>
      <p:ext uri="{BB962C8B-B14F-4D97-AF65-F5344CB8AC3E}">
        <p14:creationId xmlns:p14="http://schemas.microsoft.com/office/powerpoint/2010/main" val="323432874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C96E9-BA5C-FE6D-29D4-7D5BDF67EBC0}"/>
              </a:ext>
            </a:extLst>
          </p:cNvPr>
          <p:cNvSpPr>
            <a:spLocks noGrp="1"/>
          </p:cNvSpPr>
          <p:nvPr>
            <p:ph type="title"/>
          </p:nvPr>
        </p:nvSpPr>
        <p:spPr/>
        <p:txBody>
          <a:bodyPr/>
          <a:lstStyle/>
          <a:p>
            <a:r>
              <a:rPr lang="en-US" dirty="0"/>
              <a:t>Click to edit Master title style</a:t>
            </a:r>
            <a:endParaRPr lang="fi-FI" dirty="0"/>
          </a:p>
        </p:txBody>
      </p:sp>
      <p:sp>
        <p:nvSpPr>
          <p:cNvPr id="3" name="Date Placeholder 2">
            <a:extLst>
              <a:ext uri="{FF2B5EF4-FFF2-40B4-BE49-F238E27FC236}">
                <a16:creationId xmlns:a16="http://schemas.microsoft.com/office/drawing/2014/main" id="{7B35A839-C462-B1DD-93DB-75C65FA0354B}"/>
              </a:ext>
            </a:extLst>
          </p:cNvPr>
          <p:cNvSpPr>
            <a:spLocks noGrp="1"/>
          </p:cNvSpPr>
          <p:nvPr>
            <p:ph type="dt" sz="half" idx="10"/>
          </p:nvPr>
        </p:nvSpPr>
        <p:spPr/>
        <p:txBody>
          <a:bodyPr/>
          <a:lstStyle/>
          <a:p>
            <a:fld id="{D4AD4A0A-2B19-4E02-A46E-C3733585306B}" type="datetime1">
              <a:rPr lang="fi-FI" smtClean="0"/>
              <a:t>15.10.2026</a:t>
            </a:fld>
            <a:endParaRPr lang="fi-FI"/>
          </a:p>
        </p:txBody>
      </p:sp>
      <p:sp>
        <p:nvSpPr>
          <p:cNvPr id="4" name="Footer Placeholder 3">
            <a:extLst>
              <a:ext uri="{FF2B5EF4-FFF2-40B4-BE49-F238E27FC236}">
                <a16:creationId xmlns:a16="http://schemas.microsoft.com/office/drawing/2014/main" id="{EC323428-9C34-BE00-F14D-566DEEC4E56C}"/>
              </a:ext>
            </a:extLst>
          </p:cNvPr>
          <p:cNvSpPr>
            <a:spLocks noGrp="1"/>
          </p:cNvSpPr>
          <p:nvPr>
            <p:ph type="ftr" sz="quarter" idx="11"/>
          </p:nvPr>
        </p:nvSpPr>
        <p:spPr/>
        <p:txBody>
          <a:bodyPr/>
          <a:lstStyle/>
          <a:p>
            <a:endParaRPr lang="fi-FI"/>
          </a:p>
        </p:txBody>
      </p:sp>
      <p:sp>
        <p:nvSpPr>
          <p:cNvPr id="5" name="Slide Number Placeholder 4">
            <a:extLst>
              <a:ext uri="{FF2B5EF4-FFF2-40B4-BE49-F238E27FC236}">
                <a16:creationId xmlns:a16="http://schemas.microsoft.com/office/drawing/2014/main" id="{67C2FB49-CD3A-1DDD-E564-703C4FE25362}"/>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290790808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38857C-8954-2CAC-937A-943D6443A481}"/>
              </a:ext>
            </a:extLst>
          </p:cNvPr>
          <p:cNvSpPr>
            <a:spLocks noGrp="1"/>
          </p:cNvSpPr>
          <p:nvPr>
            <p:ph type="dt" sz="half" idx="10"/>
          </p:nvPr>
        </p:nvSpPr>
        <p:spPr/>
        <p:txBody>
          <a:bodyPr/>
          <a:lstStyle/>
          <a:p>
            <a:fld id="{E46F789D-15AF-4DE1-B71E-CD772EDCD869}" type="datetime1">
              <a:rPr lang="fi-FI" smtClean="0"/>
              <a:t>15.10.2026</a:t>
            </a:fld>
            <a:endParaRPr lang="fi-FI"/>
          </a:p>
        </p:txBody>
      </p:sp>
      <p:sp>
        <p:nvSpPr>
          <p:cNvPr id="3" name="Footer Placeholder 2">
            <a:extLst>
              <a:ext uri="{FF2B5EF4-FFF2-40B4-BE49-F238E27FC236}">
                <a16:creationId xmlns:a16="http://schemas.microsoft.com/office/drawing/2014/main" id="{967ABC24-E5EB-DE80-2D0D-1287AD8F112C}"/>
              </a:ext>
            </a:extLst>
          </p:cNvPr>
          <p:cNvSpPr>
            <a:spLocks noGrp="1"/>
          </p:cNvSpPr>
          <p:nvPr>
            <p:ph type="ftr" sz="quarter" idx="11"/>
          </p:nvPr>
        </p:nvSpPr>
        <p:spPr/>
        <p:txBody>
          <a:bodyPr/>
          <a:lstStyle/>
          <a:p>
            <a:endParaRPr lang="fi-FI"/>
          </a:p>
        </p:txBody>
      </p:sp>
      <p:sp>
        <p:nvSpPr>
          <p:cNvPr id="4" name="Slide Number Placeholder 3">
            <a:extLst>
              <a:ext uri="{FF2B5EF4-FFF2-40B4-BE49-F238E27FC236}">
                <a16:creationId xmlns:a16="http://schemas.microsoft.com/office/drawing/2014/main" id="{9253041E-A4B9-C59D-237D-00ECB5319199}"/>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39306898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itleOnly" preserve="1">
  <p:cSld name="Title Only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C96E9-BA5C-FE6D-29D4-7D5BDF67EBC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Date Placeholder 2">
            <a:extLst>
              <a:ext uri="{FF2B5EF4-FFF2-40B4-BE49-F238E27FC236}">
                <a16:creationId xmlns:a16="http://schemas.microsoft.com/office/drawing/2014/main" id="{7B35A839-C462-B1DD-93DB-75C65FA0354B}"/>
              </a:ext>
            </a:extLst>
          </p:cNvPr>
          <p:cNvSpPr>
            <a:spLocks noGrp="1"/>
          </p:cNvSpPr>
          <p:nvPr>
            <p:ph type="dt" sz="half" idx="10"/>
          </p:nvPr>
        </p:nvSpPr>
        <p:spPr/>
        <p:txBody>
          <a:bodyPr/>
          <a:lstStyle>
            <a:lvl1pPr>
              <a:defRPr>
                <a:solidFill>
                  <a:schemeClr val="bg1"/>
                </a:solidFill>
              </a:defRPr>
            </a:lvl1pPr>
          </a:lstStyle>
          <a:p>
            <a:fld id="{03007A0A-79B9-4CC6-B118-E0D49E3E39E6}" type="datetime1">
              <a:rPr lang="fi-FI" smtClean="0"/>
              <a:t>15.10.2026</a:t>
            </a:fld>
            <a:endParaRPr lang="fi-FI"/>
          </a:p>
        </p:txBody>
      </p:sp>
      <p:sp>
        <p:nvSpPr>
          <p:cNvPr id="4" name="Footer Placeholder 3">
            <a:extLst>
              <a:ext uri="{FF2B5EF4-FFF2-40B4-BE49-F238E27FC236}">
                <a16:creationId xmlns:a16="http://schemas.microsoft.com/office/drawing/2014/main" id="{EC323428-9C34-BE00-F14D-566DEEC4E56C}"/>
              </a:ext>
            </a:extLst>
          </p:cNvPr>
          <p:cNvSpPr>
            <a:spLocks noGrp="1"/>
          </p:cNvSpPr>
          <p:nvPr>
            <p:ph type="ftr" sz="quarter" idx="11"/>
          </p:nvPr>
        </p:nvSpPr>
        <p:spPr/>
        <p:txBody>
          <a:bodyPr/>
          <a:lstStyle>
            <a:lvl1pPr>
              <a:defRPr>
                <a:solidFill>
                  <a:schemeClr val="bg1"/>
                </a:solidFill>
              </a:defRPr>
            </a:lvl1pPr>
          </a:lstStyle>
          <a:p>
            <a:endParaRPr lang="fi-FI"/>
          </a:p>
        </p:txBody>
      </p:sp>
      <p:sp>
        <p:nvSpPr>
          <p:cNvPr id="5" name="Slide Number Placeholder 4">
            <a:extLst>
              <a:ext uri="{FF2B5EF4-FFF2-40B4-BE49-F238E27FC236}">
                <a16:creationId xmlns:a16="http://schemas.microsoft.com/office/drawing/2014/main" id="{67C2FB49-CD3A-1DDD-E564-703C4FE25362}"/>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6" name="Freeform 5">
            <a:extLst>
              <a:ext uri="{FF2B5EF4-FFF2-40B4-BE49-F238E27FC236}">
                <a16:creationId xmlns:a16="http://schemas.microsoft.com/office/drawing/2014/main" id="{084BE95A-A922-2BF2-1E8C-87BF84158BE3}"/>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54448558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blank" preserve="1">
  <p:cSld name="Blank Blac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38857C-8954-2CAC-937A-943D6443A481}"/>
              </a:ext>
            </a:extLst>
          </p:cNvPr>
          <p:cNvSpPr>
            <a:spLocks noGrp="1"/>
          </p:cNvSpPr>
          <p:nvPr>
            <p:ph type="dt" sz="half" idx="10"/>
          </p:nvPr>
        </p:nvSpPr>
        <p:spPr/>
        <p:txBody>
          <a:bodyPr/>
          <a:lstStyle>
            <a:lvl1pPr>
              <a:defRPr>
                <a:solidFill>
                  <a:schemeClr val="bg1"/>
                </a:solidFill>
              </a:defRPr>
            </a:lvl1pPr>
          </a:lstStyle>
          <a:p>
            <a:fld id="{1E409FCB-0F04-47D2-9B5C-A316368B1169}" type="datetime1">
              <a:rPr lang="fi-FI" smtClean="0"/>
              <a:t>15.10.2026</a:t>
            </a:fld>
            <a:endParaRPr lang="fi-FI"/>
          </a:p>
        </p:txBody>
      </p:sp>
      <p:sp>
        <p:nvSpPr>
          <p:cNvPr id="3" name="Footer Placeholder 2">
            <a:extLst>
              <a:ext uri="{FF2B5EF4-FFF2-40B4-BE49-F238E27FC236}">
                <a16:creationId xmlns:a16="http://schemas.microsoft.com/office/drawing/2014/main" id="{967ABC24-E5EB-DE80-2D0D-1287AD8F112C}"/>
              </a:ext>
            </a:extLst>
          </p:cNvPr>
          <p:cNvSpPr>
            <a:spLocks noGrp="1"/>
          </p:cNvSpPr>
          <p:nvPr>
            <p:ph type="ftr" sz="quarter" idx="11"/>
          </p:nvPr>
        </p:nvSpPr>
        <p:spPr/>
        <p:txBody>
          <a:bodyPr/>
          <a:lstStyle>
            <a:lvl1pPr>
              <a:defRPr>
                <a:solidFill>
                  <a:schemeClr val="bg1"/>
                </a:solidFill>
              </a:defRPr>
            </a:lvl1pPr>
          </a:lstStyle>
          <a:p>
            <a:endParaRPr lang="fi-FI"/>
          </a:p>
        </p:txBody>
      </p:sp>
      <p:sp>
        <p:nvSpPr>
          <p:cNvPr id="4" name="Slide Number Placeholder 3">
            <a:extLst>
              <a:ext uri="{FF2B5EF4-FFF2-40B4-BE49-F238E27FC236}">
                <a16:creationId xmlns:a16="http://schemas.microsoft.com/office/drawing/2014/main" id="{9253041E-A4B9-C59D-237D-00ECB5319199}"/>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Freeform 5">
            <a:extLst>
              <a:ext uri="{FF2B5EF4-FFF2-40B4-BE49-F238E27FC236}">
                <a16:creationId xmlns:a16="http://schemas.microsoft.com/office/drawing/2014/main" id="{70EE8852-CD7C-BD4D-4DA0-21C63C2F15A6}"/>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284593379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hank you ">
    <p:bg>
      <p:bgPr>
        <a:solidFill>
          <a:schemeClr val="tx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4A4D6E-EA47-4FB6-4842-6266F7987D40}"/>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6" name="Freeform 5">
            <a:extLst>
              <a:ext uri="{FF2B5EF4-FFF2-40B4-BE49-F238E27FC236}">
                <a16:creationId xmlns:a16="http://schemas.microsoft.com/office/drawing/2014/main" id="{4E379A93-4718-A4A6-52FF-0770DDE1FB8E}"/>
              </a:ext>
              <a:ext uri="{C183D7F6-B498-43B3-948B-1728B52AA6E4}">
                <adec:decorative xmlns:adec="http://schemas.microsoft.com/office/drawing/2017/decorative" val="1"/>
              </a:ext>
            </a:extLst>
          </p:cNvPr>
          <p:cNvSpPr>
            <a:spLocks noChangeAspect="1" noEditPoints="1"/>
          </p:cNvSpPr>
          <p:nvPr/>
        </p:nvSpPr>
        <p:spPr bwMode="auto">
          <a:xfrm>
            <a:off x="407988" y="2805066"/>
            <a:ext cx="4895924" cy="3648121"/>
          </a:xfrm>
          <a:custGeom>
            <a:avLst/>
            <a:gdLst>
              <a:gd name="T0" fmla="*/ 6475 w 6475"/>
              <a:gd name="T1" fmla="*/ 1671 h 4824"/>
              <a:gd name="T2" fmla="*/ 6332 w 6475"/>
              <a:gd name="T3" fmla="*/ 2506 h 4824"/>
              <a:gd name="T4" fmla="*/ 6191 w 6475"/>
              <a:gd name="T5" fmla="*/ 3343 h 4824"/>
              <a:gd name="T6" fmla="*/ 5547 w 6475"/>
              <a:gd name="T7" fmla="*/ 3343 h 4824"/>
              <a:gd name="T8" fmla="*/ 5428 w 6475"/>
              <a:gd name="T9" fmla="*/ 2506 h 4824"/>
              <a:gd name="T10" fmla="*/ 5309 w 6475"/>
              <a:gd name="T11" fmla="*/ 1671 h 4824"/>
              <a:gd name="T12" fmla="*/ 5309 w 6475"/>
              <a:gd name="T13" fmla="*/ 835 h 4824"/>
              <a:gd name="T14" fmla="*/ 5309 w 6475"/>
              <a:gd name="T15" fmla="*/ 0 h 4824"/>
              <a:gd name="T16" fmla="*/ 5892 w 6475"/>
              <a:gd name="T17" fmla="*/ 0 h 4824"/>
              <a:gd name="T18" fmla="*/ 6475 w 6475"/>
              <a:gd name="T19" fmla="*/ 0 h 4824"/>
              <a:gd name="T20" fmla="*/ 6475 w 6475"/>
              <a:gd name="T21" fmla="*/ 835 h 4824"/>
              <a:gd name="T22" fmla="*/ 6475 w 6475"/>
              <a:gd name="T23" fmla="*/ 1671 h 4824"/>
              <a:gd name="T24" fmla="*/ 3041 w 6475"/>
              <a:gd name="T25" fmla="*/ 3007 h 4824"/>
              <a:gd name="T26" fmla="*/ 2742 w 6475"/>
              <a:gd name="T27" fmla="*/ 2147 h 4824"/>
              <a:gd name="T28" fmla="*/ 2444 w 6475"/>
              <a:gd name="T29" fmla="*/ 1289 h 4824"/>
              <a:gd name="T30" fmla="*/ 2145 w 6475"/>
              <a:gd name="T31" fmla="*/ 2147 h 4824"/>
              <a:gd name="T32" fmla="*/ 1847 w 6475"/>
              <a:gd name="T33" fmla="*/ 3007 h 4824"/>
              <a:gd name="T34" fmla="*/ 2444 w 6475"/>
              <a:gd name="T35" fmla="*/ 3007 h 4824"/>
              <a:gd name="T36" fmla="*/ 3041 w 6475"/>
              <a:gd name="T37" fmla="*/ 3007 h 4824"/>
              <a:gd name="T38" fmla="*/ 4887 w 6475"/>
              <a:gd name="T39" fmla="*/ 4824 h 4824"/>
              <a:gd name="T40" fmla="*/ 4278 w 6475"/>
              <a:gd name="T41" fmla="*/ 4824 h 4824"/>
              <a:gd name="T42" fmla="*/ 3671 w 6475"/>
              <a:gd name="T43" fmla="*/ 4824 h 4824"/>
              <a:gd name="T44" fmla="*/ 3375 w 6475"/>
              <a:gd name="T45" fmla="*/ 3971 h 4824"/>
              <a:gd name="T46" fmla="*/ 2444 w 6475"/>
              <a:gd name="T47" fmla="*/ 3971 h 4824"/>
              <a:gd name="T48" fmla="*/ 1513 w 6475"/>
              <a:gd name="T49" fmla="*/ 3971 h 4824"/>
              <a:gd name="T50" fmla="*/ 1216 w 6475"/>
              <a:gd name="T51" fmla="*/ 4824 h 4824"/>
              <a:gd name="T52" fmla="*/ 607 w 6475"/>
              <a:gd name="T53" fmla="*/ 4824 h 4824"/>
              <a:gd name="T54" fmla="*/ 0 w 6475"/>
              <a:gd name="T55" fmla="*/ 4824 h 4824"/>
              <a:gd name="T56" fmla="*/ 214 w 6475"/>
              <a:gd name="T57" fmla="*/ 4221 h 4824"/>
              <a:gd name="T58" fmla="*/ 427 w 6475"/>
              <a:gd name="T59" fmla="*/ 3618 h 4824"/>
              <a:gd name="T60" fmla="*/ 641 w 6475"/>
              <a:gd name="T61" fmla="*/ 3015 h 4824"/>
              <a:gd name="T62" fmla="*/ 856 w 6475"/>
              <a:gd name="T63" fmla="*/ 2412 h 4824"/>
              <a:gd name="T64" fmla="*/ 1070 w 6475"/>
              <a:gd name="T65" fmla="*/ 1809 h 4824"/>
              <a:gd name="T66" fmla="*/ 1285 w 6475"/>
              <a:gd name="T67" fmla="*/ 1206 h 4824"/>
              <a:gd name="T68" fmla="*/ 1499 w 6475"/>
              <a:gd name="T69" fmla="*/ 603 h 4824"/>
              <a:gd name="T70" fmla="*/ 1714 w 6475"/>
              <a:gd name="T71" fmla="*/ 0 h 4824"/>
              <a:gd name="T72" fmla="*/ 2443 w 6475"/>
              <a:gd name="T73" fmla="*/ 0 h 4824"/>
              <a:gd name="T74" fmla="*/ 3173 w 6475"/>
              <a:gd name="T75" fmla="*/ 0 h 4824"/>
              <a:gd name="T76" fmla="*/ 3387 w 6475"/>
              <a:gd name="T77" fmla="*/ 603 h 4824"/>
              <a:gd name="T78" fmla="*/ 3601 w 6475"/>
              <a:gd name="T79" fmla="*/ 1206 h 4824"/>
              <a:gd name="T80" fmla="*/ 3814 w 6475"/>
              <a:gd name="T81" fmla="*/ 1809 h 4824"/>
              <a:gd name="T82" fmla="*/ 4029 w 6475"/>
              <a:gd name="T83" fmla="*/ 2412 h 4824"/>
              <a:gd name="T84" fmla="*/ 4243 w 6475"/>
              <a:gd name="T85" fmla="*/ 3015 h 4824"/>
              <a:gd name="T86" fmla="*/ 4458 w 6475"/>
              <a:gd name="T87" fmla="*/ 3618 h 4824"/>
              <a:gd name="T88" fmla="*/ 4672 w 6475"/>
              <a:gd name="T89" fmla="*/ 4221 h 4824"/>
              <a:gd name="T90" fmla="*/ 4887 w 6475"/>
              <a:gd name="T91" fmla="*/ 4824 h 4824"/>
              <a:gd name="T92" fmla="*/ 5343 w 6475"/>
              <a:gd name="T93" fmla="*/ 4824 h 4824"/>
              <a:gd name="T94" fmla="*/ 5343 w 6475"/>
              <a:gd name="T95" fmla="*/ 4277 h 4824"/>
              <a:gd name="T96" fmla="*/ 5343 w 6475"/>
              <a:gd name="T97" fmla="*/ 3730 h 4824"/>
              <a:gd name="T98" fmla="*/ 5891 w 6475"/>
              <a:gd name="T99" fmla="*/ 3730 h 4824"/>
              <a:gd name="T100" fmla="*/ 6440 w 6475"/>
              <a:gd name="T101" fmla="*/ 3730 h 4824"/>
              <a:gd name="T102" fmla="*/ 6440 w 6475"/>
              <a:gd name="T103" fmla="*/ 4277 h 4824"/>
              <a:gd name="T104" fmla="*/ 6440 w 6475"/>
              <a:gd name="T105" fmla="*/ 4824 h 4824"/>
              <a:gd name="T106" fmla="*/ 5891 w 6475"/>
              <a:gd name="T107" fmla="*/ 4824 h 4824"/>
              <a:gd name="T108" fmla="*/ 5343 w 6475"/>
              <a:gd name="T109" fmla="*/ 4824 h 4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75" h="4824">
                <a:moveTo>
                  <a:pt x="6475" y="1671"/>
                </a:moveTo>
                <a:lnTo>
                  <a:pt x="6332" y="2506"/>
                </a:lnTo>
                <a:lnTo>
                  <a:pt x="6191" y="3343"/>
                </a:lnTo>
                <a:lnTo>
                  <a:pt x="5547" y="3343"/>
                </a:lnTo>
                <a:lnTo>
                  <a:pt x="5428" y="2506"/>
                </a:lnTo>
                <a:lnTo>
                  <a:pt x="5309" y="1671"/>
                </a:lnTo>
                <a:lnTo>
                  <a:pt x="5309" y="835"/>
                </a:lnTo>
                <a:lnTo>
                  <a:pt x="5309" y="0"/>
                </a:lnTo>
                <a:lnTo>
                  <a:pt x="5892" y="0"/>
                </a:lnTo>
                <a:lnTo>
                  <a:pt x="6475" y="0"/>
                </a:lnTo>
                <a:lnTo>
                  <a:pt x="6475" y="835"/>
                </a:lnTo>
                <a:lnTo>
                  <a:pt x="6475" y="1671"/>
                </a:lnTo>
                <a:close/>
                <a:moveTo>
                  <a:pt x="3041" y="3007"/>
                </a:moveTo>
                <a:lnTo>
                  <a:pt x="2742" y="2147"/>
                </a:lnTo>
                <a:lnTo>
                  <a:pt x="2444" y="1289"/>
                </a:lnTo>
                <a:lnTo>
                  <a:pt x="2145" y="2147"/>
                </a:lnTo>
                <a:lnTo>
                  <a:pt x="1847" y="3007"/>
                </a:lnTo>
                <a:lnTo>
                  <a:pt x="2444" y="3007"/>
                </a:lnTo>
                <a:lnTo>
                  <a:pt x="3041" y="3007"/>
                </a:lnTo>
                <a:close/>
                <a:moveTo>
                  <a:pt x="4887" y="4824"/>
                </a:moveTo>
                <a:lnTo>
                  <a:pt x="4278" y="4824"/>
                </a:lnTo>
                <a:lnTo>
                  <a:pt x="3671" y="4824"/>
                </a:lnTo>
                <a:lnTo>
                  <a:pt x="3375" y="3971"/>
                </a:lnTo>
                <a:lnTo>
                  <a:pt x="2444" y="3971"/>
                </a:lnTo>
                <a:lnTo>
                  <a:pt x="1513" y="3971"/>
                </a:lnTo>
                <a:lnTo>
                  <a:pt x="1216" y="4824"/>
                </a:lnTo>
                <a:lnTo>
                  <a:pt x="607" y="4824"/>
                </a:lnTo>
                <a:lnTo>
                  <a:pt x="0" y="4824"/>
                </a:lnTo>
                <a:lnTo>
                  <a:pt x="214" y="4221"/>
                </a:lnTo>
                <a:lnTo>
                  <a:pt x="427" y="3618"/>
                </a:lnTo>
                <a:lnTo>
                  <a:pt x="641" y="3015"/>
                </a:lnTo>
                <a:lnTo>
                  <a:pt x="856" y="2412"/>
                </a:lnTo>
                <a:lnTo>
                  <a:pt x="1070" y="1809"/>
                </a:lnTo>
                <a:lnTo>
                  <a:pt x="1285" y="1206"/>
                </a:lnTo>
                <a:lnTo>
                  <a:pt x="1499" y="603"/>
                </a:lnTo>
                <a:lnTo>
                  <a:pt x="1714" y="0"/>
                </a:lnTo>
                <a:lnTo>
                  <a:pt x="2443" y="0"/>
                </a:lnTo>
                <a:lnTo>
                  <a:pt x="3173" y="0"/>
                </a:lnTo>
                <a:lnTo>
                  <a:pt x="3387" y="603"/>
                </a:lnTo>
                <a:lnTo>
                  <a:pt x="3601" y="1206"/>
                </a:lnTo>
                <a:lnTo>
                  <a:pt x="3814" y="1809"/>
                </a:lnTo>
                <a:lnTo>
                  <a:pt x="4029" y="2412"/>
                </a:lnTo>
                <a:lnTo>
                  <a:pt x="4243" y="3015"/>
                </a:lnTo>
                <a:lnTo>
                  <a:pt x="4458" y="3618"/>
                </a:lnTo>
                <a:lnTo>
                  <a:pt x="4672" y="4221"/>
                </a:lnTo>
                <a:lnTo>
                  <a:pt x="4887" y="4824"/>
                </a:lnTo>
                <a:close/>
                <a:moveTo>
                  <a:pt x="5343" y="4824"/>
                </a:moveTo>
                <a:lnTo>
                  <a:pt x="5343" y="4277"/>
                </a:lnTo>
                <a:lnTo>
                  <a:pt x="5343" y="3730"/>
                </a:lnTo>
                <a:lnTo>
                  <a:pt x="5891" y="3730"/>
                </a:lnTo>
                <a:lnTo>
                  <a:pt x="6440" y="3730"/>
                </a:lnTo>
                <a:lnTo>
                  <a:pt x="6440" y="4277"/>
                </a:lnTo>
                <a:lnTo>
                  <a:pt x="6440" y="4824"/>
                </a:lnTo>
                <a:lnTo>
                  <a:pt x="5891" y="4824"/>
                </a:lnTo>
                <a:lnTo>
                  <a:pt x="5343" y="48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97C8E3E2-A6A7-5047-7F76-5A852C28CC12}"/>
              </a:ext>
              <a:ext uri="{C183D7F6-B498-43B3-948B-1728B52AA6E4}">
                <adec:decorative xmlns:adec="http://schemas.microsoft.com/office/drawing/2017/decorative" val="1"/>
              </a:ext>
            </a:extLst>
          </p:cNvPr>
          <p:cNvSpPr txBox="1"/>
          <p:nvPr/>
        </p:nvSpPr>
        <p:spPr>
          <a:xfrm>
            <a:off x="6456040" y="2249172"/>
            <a:ext cx="1512168" cy="504000"/>
          </a:xfrm>
          <a:prstGeom prst="rect">
            <a:avLst/>
          </a:prstGeom>
          <a:noFill/>
        </p:spPr>
        <p:txBody>
          <a:bodyPr wrap="none" lIns="0" tIns="0" rIns="0" bIns="0" rtlCol="0" anchor="b" anchorCtr="0">
            <a:noAutofit/>
          </a:bodyPr>
          <a:lstStyle/>
          <a:p>
            <a:pPr algn="l"/>
            <a:r>
              <a:rPr lang="en-US" sz="3200" dirty="0">
                <a:solidFill>
                  <a:schemeClr val="bg1"/>
                </a:solidFill>
                <a:latin typeface="+mj-lt"/>
              </a:rPr>
              <a:t>Kiitos</a:t>
            </a:r>
          </a:p>
        </p:txBody>
      </p:sp>
      <p:sp>
        <p:nvSpPr>
          <p:cNvPr id="2" name="Date Placeholder 1">
            <a:extLst>
              <a:ext uri="{FF2B5EF4-FFF2-40B4-BE49-F238E27FC236}">
                <a16:creationId xmlns:a16="http://schemas.microsoft.com/office/drawing/2014/main" id="{5819FAC3-FDFD-0982-174D-64BFD817B086}"/>
              </a:ext>
            </a:extLst>
          </p:cNvPr>
          <p:cNvSpPr>
            <a:spLocks noGrp="1"/>
          </p:cNvSpPr>
          <p:nvPr>
            <p:ph type="dt" sz="half" idx="14"/>
          </p:nvPr>
        </p:nvSpPr>
        <p:spPr/>
        <p:txBody>
          <a:bodyPr/>
          <a:lstStyle>
            <a:lvl1pPr>
              <a:defRPr>
                <a:solidFill>
                  <a:schemeClr val="bg1"/>
                </a:solidFill>
              </a:defRPr>
            </a:lvl1pPr>
          </a:lstStyle>
          <a:p>
            <a:fld id="{E54F8133-8528-4719-A1A6-CE05B2DA2B36}" type="datetime1">
              <a:rPr lang="fi-FI" smtClean="0"/>
              <a:t>15.10.2026</a:t>
            </a:fld>
            <a:endParaRPr lang="fi-FI" dirty="0"/>
          </a:p>
        </p:txBody>
      </p:sp>
      <p:sp>
        <p:nvSpPr>
          <p:cNvPr id="3" name="Footer Placeholder 2">
            <a:extLst>
              <a:ext uri="{FF2B5EF4-FFF2-40B4-BE49-F238E27FC236}">
                <a16:creationId xmlns:a16="http://schemas.microsoft.com/office/drawing/2014/main" id="{D2BF6814-EA9F-9642-988B-BA0DCA001BE0}"/>
              </a:ext>
            </a:extLst>
          </p:cNvPr>
          <p:cNvSpPr>
            <a:spLocks noGrp="1"/>
          </p:cNvSpPr>
          <p:nvPr>
            <p:ph type="ftr" sz="quarter" idx="15"/>
          </p:nvPr>
        </p:nvSpPr>
        <p:spPr>
          <a:xfrm>
            <a:off x="6456040" y="6309320"/>
            <a:ext cx="3744416" cy="143869"/>
          </a:xfrm>
        </p:spPr>
        <p:txBody>
          <a:bodyPr/>
          <a:lstStyle>
            <a:lvl1pPr>
              <a:defRPr>
                <a:solidFill>
                  <a:schemeClr val="bg1"/>
                </a:solidFill>
              </a:defRPr>
            </a:lvl1pPr>
          </a:lstStyle>
          <a:p>
            <a:endParaRPr lang="fi-FI" dirty="0"/>
          </a:p>
        </p:txBody>
      </p:sp>
      <p:sp>
        <p:nvSpPr>
          <p:cNvPr id="4" name="Slide Number Placeholder 3">
            <a:extLst>
              <a:ext uri="{FF2B5EF4-FFF2-40B4-BE49-F238E27FC236}">
                <a16:creationId xmlns:a16="http://schemas.microsoft.com/office/drawing/2014/main" id="{F594FCAF-E233-9309-B54B-CAB9B5DA075B}"/>
              </a:ext>
            </a:extLst>
          </p:cNvPr>
          <p:cNvSpPr>
            <a:spLocks noGrp="1"/>
          </p:cNvSpPr>
          <p:nvPr>
            <p:ph type="sldNum" sz="quarter" idx="16"/>
          </p:nvPr>
        </p:nvSpPr>
        <p:spPr/>
        <p:txBody>
          <a:bodyPr/>
          <a:lstStyle>
            <a:lvl1pPr>
              <a:defRPr>
                <a:solidFill>
                  <a:schemeClr val="bg1"/>
                </a:solidFill>
              </a:defRPr>
            </a:lvl1pPr>
          </a:lstStyle>
          <a:p>
            <a:fld id="{D701140D-C14F-41CA-99FC-0EF83E8DA40A}" type="slidenum">
              <a:rPr lang="fi-FI" smtClean="0"/>
              <a:pPr/>
              <a:t>‹#›</a:t>
            </a:fld>
            <a:endParaRPr lang="fi-FI" dirty="0"/>
          </a:p>
        </p:txBody>
      </p:sp>
      <p:sp>
        <p:nvSpPr>
          <p:cNvPr id="5" name="TextBox 4">
            <a:hlinkClick r:id="rId2"/>
            <a:extLst>
              <a:ext uri="{FF2B5EF4-FFF2-40B4-BE49-F238E27FC236}">
                <a16:creationId xmlns:a16="http://schemas.microsoft.com/office/drawing/2014/main" id="{165C98D3-985C-5D09-0F62-234BE3AB58C3}"/>
              </a:ext>
              <a:ext uri="{C183D7F6-B498-43B3-948B-1728B52AA6E4}">
                <adec:decorative xmlns:adec="http://schemas.microsoft.com/office/drawing/2017/decorative" val="1"/>
              </a:ext>
            </a:extLst>
          </p:cNvPr>
          <p:cNvSpPr txBox="1"/>
          <p:nvPr/>
        </p:nvSpPr>
        <p:spPr>
          <a:xfrm>
            <a:off x="6456040" y="2769778"/>
            <a:ext cx="1438214" cy="443198"/>
          </a:xfrm>
          <a:prstGeom prst="rect">
            <a:avLst/>
          </a:prstGeom>
        </p:spPr>
        <p:txBody>
          <a:bodyPr vert="horz" wrap="square" lIns="0" tIns="0" rIns="0" bIns="0" rtlCol="0" anchor="t" anchorCtr="0">
            <a:spAutoFit/>
          </a:bodyPr>
          <a:lstStyle>
            <a:lvl1pPr lvl="0" indent="0">
              <a:lnSpc>
                <a:spcPct val="90000"/>
              </a:lnSpc>
              <a:spcBef>
                <a:spcPts val="800"/>
              </a:spcBef>
              <a:buFontTx/>
              <a:buNone/>
              <a:defRPr sz="3000" b="1" spc="-50" baseline="0">
                <a:latin typeface="+mj-lt"/>
              </a:defRPr>
            </a:lvl1pPr>
            <a:lvl2pPr marL="266700" indent="-266700">
              <a:lnSpc>
                <a:spcPct val="100000"/>
              </a:lnSpc>
              <a:spcBef>
                <a:spcPts val="800"/>
              </a:spcBef>
              <a:buFont typeface="Arial" panose="020B0604020202020204" pitchFamily="34" charset="0"/>
              <a:buChar char="•"/>
              <a:defRPr sz="2000"/>
            </a:lvl2pPr>
            <a:lvl3pPr marL="542925" indent="-276225">
              <a:lnSpc>
                <a:spcPct val="100000"/>
              </a:lnSpc>
              <a:spcBef>
                <a:spcPts val="800"/>
              </a:spcBef>
              <a:buFont typeface="Arial" panose="020B0604020202020204" pitchFamily="34" charset="0"/>
              <a:buChar char="•"/>
            </a:lvl3pPr>
            <a:lvl4pPr marL="809625" indent="-266700">
              <a:lnSpc>
                <a:spcPct val="100000"/>
              </a:lnSpc>
              <a:spcBef>
                <a:spcPts val="800"/>
              </a:spcBef>
              <a:buFont typeface="Arial" panose="020B0604020202020204" pitchFamily="34" charset="0"/>
              <a:buChar char="•"/>
            </a:lvl4pPr>
            <a:lvl5pPr marL="1076325" indent="-266700">
              <a:lnSpc>
                <a:spcPct val="100000"/>
              </a:lnSpc>
              <a:spcBef>
                <a:spcPts val="800"/>
              </a:spcBef>
              <a:buFont typeface="Arial" panose="020B0604020202020204" pitchFamily="34" charset="0"/>
              <a:buChar char="•"/>
            </a:lvl5pPr>
            <a:lvl6pPr marL="1343025" indent="-266700">
              <a:lnSpc>
                <a:spcPct val="100000"/>
              </a:lnSpc>
              <a:spcBef>
                <a:spcPts val="800"/>
              </a:spcBef>
              <a:buFont typeface="Arial" panose="020B0604020202020204" pitchFamily="34" charset="0"/>
              <a:buChar char="•"/>
            </a:lvl6pPr>
            <a:lvl7pPr marL="1619250" indent="-276225">
              <a:lnSpc>
                <a:spcPct val="100000"/>
              </a:lnSpc>
              <a:spcBef>
                <a:spcPts val="800"/>
              </a:spcBef>
              <a:buFont typeface="Arial" panose="020B0604020202020204" pitchFamily="34" charset="0"/>
              <a:buChar char="•"/>
            </a:lvl7pPr>
            <a:lvl8pPr marL="1885950" indent="-266700">
              <a:lnSpc>
                <a:spcPct val="100000"/>
              </a:lnSpc>
              <a:spcBef>
                <a:spcPts val="800"/>
              </a:spcBef>
              <a:buFont typeface="Arial" panose="020B0604020202020204" pitchFamily="34" charset="0"/>
              <a:buChar char="•"/>
            </a:lvl8pPr>
            <a:lvl9pPr marL="2152650" indent="-266700">
              <a:lnSpc>
                <a:spcPct val="100000"/>
              </a:lnSpc>
              <a:spcBef>
                <a:spcPts val="800"/>
              </a:spcBef>
              <a:buFont typeface="Arial" panose="020B0604020202020204" pitchFamily="34" charset="0"/>
              <a:buChar char="•"/>
            </a:lvl9pPr>
          </a:lstStyle>
          <a:p>
            <a:pPr lvl="0"/>
            <a:r>
              <a:rPr lang="en-GB" sz="3200" dirty="0">
                <a:solidFill>
                  <a:schemeClr val="bg1"/>
                </a:solidFill>
              </a:rPr>
              <a:t>aalto.fi</a:t>
            </a:r>
          </a:p>
        </p:txBody>
      </p:sp>
      <p:cxnSp>
        <p:nvCxnSpPr>
          <p:cNvPr id="7" name="Straight Connector 6">
            <a:extLst>
              <a:ext uri="{FF2B5EF4-FFF2-40B4-BE49-F238E27FC236}">
                <a16:creationId xmlns:a16="http://schemas.microsoft.com/office/drawing/2014/main" id="{8CE981A1-63EF-5A62-16BF-911E556C4D71}"/>
              </a:ext>
              <a:ext uri="{C183D7F6-B498-43B3-948B-1728B52AA6E4}">
                <adec:decorative xmlns:adec="http://schemas.microsoft.com/office/drawing/2017/decorative" val="1"/>
              </a:ext>
            </a:extLst>
          </p:cNvPr>
          <p:cNvCxnSpPr>
            <a:cxnSpLocks/>
          </p:cNvCxnSpPr>
          <p:nvPr/>
        </p:nvCxnSpPr>
        <p:spPr>
          <a:xfrm>
            <a:off x="6448576" y="2004866"/>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966908"/>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Thank you Blue">
    <p:bg>
      <p:bgPr>
        <a:solidFill>
          <a:schemeClr val="accent3"/>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4A4D6E-EA47-4FB6-4842-6266F7987D40}"/>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6" name="Freeform 5">
            <a:extLst>
              <a:ext uri="{FF2B5EF4-FFF2-40B4-BE49-F238E27FC236}">
                <a16:creationId xmlns:a16="http://schemas.microsoft.com/office/drawing/2014/main" id="{4E379A93-4718-A4A6-52FF-0770DDE1FB8E}"/>
              </a:ext>
              <a:ext uri="{C183D7F6-B498-43B3-948B-1728B52AA6E4}">
                <adec:decorative xmlns:adec="http://schemas.microsoft.com/office/drawing/2017/decorative" val="1"/>
              </a:ext>
            </a:extLst>
          </p:cNvPr>
          <p:cNvSpPr>
            <a:spLocks noChangeAspect="1" noEditPoints="1"/>
          </p:cNvSpPr>
          <p:nvPr/>
        </p:nvSpPr>
        <p:spPr bwMode="auto">
          <a:xfrm>
            <a:off x="407988" y="2805066"/>
            <a:ext cx="4895924" cy="3648121"/>
          </a:xfrm>
          <a:custGeom>
            <a:avLst/>
            <a:gdLst>
              <a:gd name="T0" fmla="*/ 6475 w 6475"/>
              <a:gd name="T1" fmla="*/ 1671 h 4824"/>
              <a:gd name="T2" fmla="*/ 6332 w 6475"/>
              <a:gd name="T3" fmla="*/ 2506 h 4824"/>
              <a:gd name="T4" fmla="*/ 6191 w 6475"/>
              <a:gd name="T5" fmla="*/ 3343 h 4824"/>
              <a:gd name="T6" fmla="*/ 5547 w 6475"/>
              <a:gd name="T7" fmla="*/ 3343 h 4824"/>
              <a:gd name="T8" fmla="*/ 5428 w 6475"/>
              <a:gd name="T9" fmla="*/ 2506 h 4824"/>
              <a:gd name="T10" fmla="*/ 5309 w 6475"/>
              <a:gd name="T11" fmla="*/ 1671 h 4824"/>
              <a:gd name="T12" fmla="*/ 5309 w 6475"/>
              <a:gd name="T13" fmla="*/ 835 h 4824"/>
              <a:gd name="T14" fmla="*/ 5309 w 6475"/>
              <a:gd name="T15" fmla="*/ 0 h 4824"/>
              <a:gd name="T16" fmla="*/ 5892 w 6475"/>
              <a:gd name="T17" fmla="*/ 0 h 4824"/>
              <a:gd name="T18" fmla="*/ 6475 w 6475"/>
              <a:gd name="T19" fmla="*/ 0 h 4824"/>
              <a:gd name="T20" fmla="*/ 6475 w 6475"/>
              <a:gd name="T21" fmla="*/ 835 h 4824"/>
              <a:gd name="T22" fmla="*/ 6475 w 6475"/>
              <a:gd name="T23" fmla="*/ 1671 h 4824"/>
              <a:gd name="T24" fmla="*/ 3041 w 6475"/>
              <a:gd name="T25" fmla="*/ 3007 h 4824"/>
              <a:gd name="T26" fmla="*/ 2742 w 6475"/>
              <a:gd name="T27" fmla="*/ 2147 h 4824"/>
              <a:gd name="T28" fmla="*/ 2444 w 6475"/>
              <a:gd name="T29" fmla="*/ 1289 h 4824"/>
              <a:gd name="T30" fmla="*/ 2145 w 6475"/>
              <a:gd name="T31" fmla="*/ 2147 h 4824"/>
              <a:gd name="T32" fmla="*/ 1847 w 6475"/>
              <a:gd name="T33" fmla="*/ 3007 h 4824"/>
              <a:gd name="T34" fmla="*/ 2444 w 6475"/>
              <a:gd name="T35" fmla="*/ 3007 h 4824"/>
              <a:gd name="T36" fmla="*/ 3041 w 6475"/>
              <a:gd name="T37" fmla="*/ 3007 h 4824"/>
              <a:gd name="T38" fmla="*/ 4887 w 6475"/>
              <a:gd name="T39" fmla="*/ 4824 h 4824"/>
              <a:gd name="T40" fmla="*/ 4278 w 6475"/>
              <a:gd name="T41" fmla="*/ 4824 h 4824"/>
              <a:gd name="T42" fmla="*/ 3671 w 6475"/>
              <a:gd name="T43" fmla="*/ 4824 h 4824"/>
              <a:gd name="T44" fmla="*/ 3375 w 6475"/>
              <a:gd name="T45" fmla="*/ 3971 h 4824"/>
              <a:gd name="T46" fmla="*/ 2444 w 6475"/>
              <a:gd name="T47" fmla="*/ 3971 h 4824"/>
              <a:gd name="T48" fmla="*/ 1513 w 6475"/>
              <a:gd name="T49" fmla="*/ 3971 h 4824"/>
              <a:gd name="T50" fmla="*/ 1216 w 6475"/>
              <a:gd name="T51" fmla="*/ 4824 h 4824"/>
              <a:gd name="T52" fmla="*/ 607 w 6475"/>
              <a:gd name="T53" fmla="*/ 4824 h 4824"/>
              <a:gd name="T54" fmla="*/ 0 w 6475"/>
              <a:gd name="T55" fmla="*/ 4824 h 4824"/>
              <a:gd name="T56" fmla="*/ 214 w 6475"/>
              <a:gd name="T57" fmla="*/ 4221 h 4824"/>
              <a:gd name="T58" fmla="*/ 427 w 6475"/>
              <a:gd name="T59" fmla="*/ 3618 h 4824"/>
              <a:gd name="T60" fmla="*/ 641 w 6475"/>
              <a:gd name="T61" fmla="*/ 3015 h 4824"/>
              <a:gd name="T62" fmla="*/ 856 w 6475"/>
              <a:gd name="T63" fmla="*/ 2412 h 4824"/>
              <a:gd name="T64" fmla="*/ 1070 w 6475"/>
              <a:gd name="T65" fmla="*/ 1809 h 4824"/>
              <a:gd name="T66" fmla="*/ 1285 w 6475"/>
              <a:gd name="T67" fmla="*/ 1206 h 4824"/>
              <a:gd name="T68" fmla="*/ 1499 w 6475"/>
              <a:gd name="T69" fmla="*/ 603 h 4824"/>
              <a:gd name="T70" fmla="*/ 1714 w 6475"/>
              <a:gd name="T71" fmla="*/ 0 h 4824"/>
              <a:gd name="T72" fmla="*/ 2443 w 6475"/>
              <a:gd name="T73" fmla="*/ 0 h 4824"/>
              <a:gd name="T74" fmla="*/ 3173 w 6475"/>
              <a:gd name="T75" fmla="*/ 0 h 4824"/>
              <a:gd name="T76" fmla="*/ 3387 w 6475"/>
              <a:gd name="T77" fmla="*/ 603 h 4824"/>
              <a:gd name="T78" fmla="*/ 3601 w 6475"/>
              <a:gd name="T79" fmla="*/ 1206 h 4824"/>
              <a:gd name="T80" fmla="*/ 3814 w 6475"/>
              <a:gd name="T81" fmla="*/ 1809 h 4824"/>
              <a:gd name="T82" fmla="*/ 4029 w 6475"/>
              <a:gd name="T83" fmla="*/ 2412 h 4824"/>
              <a:gd name="T84" fmla="*/ 4243 w 6475"/>
              <a:gd name="T85" fmla="*/ 3015 h 4824"/>
              <a:gd name="T86" fmla="*/ 4458 w 6475"/>
              <a:gd name="T87" fmla="*/ 3618 h 4824"/>
              <a:gd name="T88" fmla="*/ 4672 w 6475"/>
              <a:gd name="T89" fmla="*/ 4221 h 4824"/>
              <a:gd name="T90" fmla="*/ 4887 w 6475"/>
              <a:gd name="T91" fmla="*/ 4824 h 4824"/>
              <a:gd name="T92" fmla="*/ 5343 w 6475"/>
              <a:gd name="T93" fmla="*/ 4824 h 4824"/>
              <a:gd name="T94" fmla="*/ 5343 w 6475"/>
              <a:gd name="T95" fmla="*/ 4277 h 4824"/>
              <a:gd name="T96" fmla="*/ 5343 w 6475"/>
              <a:gd name="T97" fmla="*/ 3730 h 4824"/>
              <a:gd name="T98" fmla="*/ 5891 w 6475"/>
              <a:gd name="T99" fmla="*/ 3730 h 4824"/>
              <a:gd name="T100" fmla="*/ 6440 w 6475"/>
              <a:gd name="T101" fmla="*/ 3730 h 4824"/>
              <a:gd name="T102" fmla="*/ 6440 w 6475"/>
              <a:gd name="T103" fmla="*/ 4277 h 4824"/>
              <a:gd name="T104" fmla="*/ 6440 w 6475"/>
              <a:gd name="T105" fmla="*/ 4824 h 4824"/>
              <a:gd name="T106" fmla="*/ 5891 w 6475"/>
              <a:gd name="T107" fmla="*/ 4824 h 4824"/>
              <a:gd name="T108" fmla="*/ 5343 w 6475"/>
              <a:gd name="T109" fmla="*/ 4824 h 4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75" h="4824">
                <a:moveTo>
                  <a:pt x="6475" y="1671"/>
                </a:moveTo>
                <a:lnTo>
                  <a:pt x="6332" y="2506"/>
                </a:lnTo>
                <a:lnTo>
                  <a:pt x="6191" y="3343"/>
                </a:lnTo>
                <a:lnTo>
                  <a:pt x="5547" y="3343"/>
                </a:lnTo>
                <a:lnTo>
                  <a:pt x="5428" y="2506"/>
                </a:lnTo>
                <a:lnTo>
                  <a:pt x="5309" y="1671"/>
                </a:lnTo>
                <a:lnTo>
                  <a:pt x="5309" y="835"/>
                </a:lnTo>
                <a:lnTo>
                  <a:pt x="5309" y="0"/>
                </a:lnTo>
                <a:lnTo>
                  <a:pt x="5892" y="0"/>
                </a:lnTo>
                <a:lnTo>
                  <a:pt x="6475" y="0"/>
                </a:lnTo>
                <a:lnTo>
                  <a:pt x="6475" y="835"/>
                </a:lnTo>
                <a:lnTo>
                  <a:pt x="6475" y="1671"/>
                </a:lnTo>
                <a:close/>
                <a:moveTo>
                  <a:pt x="3041" y="3007"/>
                </a:moveTo>
                <a:lnTo>
                  <a:pt x="2742" y="2147"/>
                </a:lnTo>
                <a:lnTo>
                  <a:pt x="2444" y="1289"/>
                </a:lnTo>
                <a:lnTo>
                  <a:pt x="2145" y="2147"/>
                </a:lnTo>
                <a:lnTo>
                  <a:pt x="1847" y="3007"/>
                </a:lnTo>
                <a:lnTo>
                  <a:pt x="2444" y="3007"/>
                </a:lnTo>
                <a:lnTo>
                  <a:pt x="3041" y="3007"/>
                </a:lnTo>
                <a:close/>
                <a:moveTo>
                  <a:pt x="4887" y="4824"/>
                </a:moveTo>
                <a:lnTo>
                  <a:pt x="4278" y="4824"/>
                </a:lnTo>
                <a:lnTo>
                  <a:pt x="3671" y="4824"/>
                </a:lnTo>
                <a:lnTo>
                  <a:pt x="3375" y="3971"/>
                </a:lnTo>
                <a:lnTo>
                  <a:pt x="2444" y="3971"/>
                </a:lnTo>
                <a:lnTo>
                  <a:pt x="1513" y="3971"/>
                </a:lnTo>
                <a:lnTo>
                  <a:pt x="1216" y="4824"/>
                </a:lnTo>
                <a:lnTo>
                  <a:pt x="607" y="4824"/>
                </a:lnTo>
                <a:lnTo>
                  <a:pt x="0" y="4824"/>
                </a:lnTo>
                <a:lnTo>
                  <a:pt x="214" y="4221"/>
                </a:lnTo>
                <a:lnTo>
                  <a:pt x="427" y="3618"/>
                </a:lnTo>
                <a:lnTo>
                  <a:pt x="641" y="3015"/>
                </a:lnTo>
                <a:lnTo>
                  <a:pt x="856" y="2412"/>
                </a:lnTo>
                <a:lnTo>
                  <a:pt x="1070" y="1809"/>
                </a:lnTo>
                <a:lnTo>
                  <a:pt x="1285" y="1206"/>
                </a:lnTo>
                <a:lnTo>
                  <a:pt x="1499" y="603"/>
                </a:lnTo>
                <a:lnTo>
                  <a:pt x="1714" y="0"/>
                </a:lnTo>
                <a:lnTo>
                  <a:pt x="2443" y="0"/>
                </a:lnTo>
                <a:lnTo>
                  <a:pt x="3173" y="0"/>
                </a:lnTo>
                <a:lnTo>
                  <a:pt x="3387" y="603"/>
                </a:lnTo>
                <a:lnTo>
                  <a:pt x="3601" y="1206"/>
                </a:lnTo>
                <a:lnTo>
                  <a:pt x="3814" y="1809"/>
                </a:lnTo>
                <a:lnTo>
                  <a:pt x="4029" y="2412"/>
                </a:lnTo>
                <a:lnTo>
                  <a:pt x="4243" y="3015"/>
                </a:lnTo>
                <a:lnTo>
                  <a:pt x="4458" y="3618"/>
                </a:lnTo>
                <a:lnTo>
                  <a:pt x="4672" y="4221"/>
                </a:lnTo>
                <a:lnTo>
                  <a:pt x="4887" y="4824"/>
                </a:lnTo>
                <a:close/>
                <a:moveTo>
                  <a:pt x="5343" y="4824"/>
                </a:moveTo>
                <a:lnTo>
                  <a:pt x="5343" y="4277"/>
                </a:lnTo>
                <a:lnTo>
                  <a:pt x="5343" y="3730"/>
                </a:lnTo>
                <a:lnTo>
                  <a:pt x="5891" y="3730"/>
                </a:lnTo>
                <a:lnTo>
                  <a:pt x="6440" y="3730"/>
                </a:lnTo>
                <a:lnTo>
                  <a:pt x="6440" y="4277"/>
                </a:lnTo>
                <a:lnTo>
                  <a:pt x="6440" y="4824"/>
                </a:lnTo>
                <a:lnTo>
                  <a:pt x="5891" y="4824"/>
                </a:lnTo>
                <a:lnTo>
                  <a:pt x="5343" y="48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Date Placeholder 1">
            <a:extLst>
              <a:ext uri="{FF2B5EF4-FFF2-40B4-BE49-F238E27FC236}">
                <a16:creationId xmlns:a16="http://schemas.microsoft.com/office/drawing/2014/main" id="{5819FAC3-FDFD-0982-174D-64BFD817B086}"/>
              </a:ext>
            </a:extLst>
          </p:cNvPr>
          <p:cNvSpPr>
            <a:spLocks noGrp="1"/>
          </p:cNvSpPr>
          <p:nvPr>
            <p:ph type="dt" sz="half" idx="14"/>
          </p:nvPr>
        </p:nvSpPr>
        <p:spPr/>
        <p:txBody>
          <a:bodyPr/>
          <a:lstStyle/>
          <a:p>
            <a:fld id="{E5EFF845-699F-40D8-986D-FF523A0DCCF0}" type="datetime1">
              <a:rPr lang="fi-FI" smtClean="0"/>
              <a:t>15.10.2026</a:t>
            </a:fld>
            <a:endParaRPr lang="fi-FI" dirty="0"/>
          </a:p>
        </p:txBody>
      </p:sp>
      <p:sp>
        <p:nvSpPr>
          <p:cNvPr id="3" name="Footer Placeholder 2">
            <a:extLst>
              <a:ext uri="{FF2B5EF4-FFF2-40B4-BE49-F238E27FC236}">
                <a16:creationId xmlns:a16="http://schemas.microsoft.com/office/drawing/2014/main" id="{D2BF6814-EA9F-9642-988B-BA0DCA001BE0}"/>
              </a:ext>
            </a:extLst>
          </p:cNvPr>
          <p:cNvSpPr>
            <a:spLocks noGrp="1"/>
          </p:cNvSpPr>
          <p:nvPr>
            <p:ph type="ftr" sz="quarter" idx="15"/>
          </p:nvPr>
        </p:nvSpPr>
        <p:spPr>
          <a:xfrm>
            <a:off x="6456040" y="6309320"/>
            <a:ext cx="3744416" cy="144016"/>
          </a:xfrm>
        </p:spPr>
        <p:txBody>
          <a:bodyPr/>
          <a:lstStyle/>
          <a:p>
            <a:endParaRPr lang="fi-FI" dirty="0"/>
          </a:p>
        </p:txBody>
      </p:sp>
      <p:sp>
        <p:nvSpPr>
          <p:cNvPr id="4" name="Slide Number Placeholder 3">
            <a:extLst>
              <a:ext uri="{FF2B5EF4-FFF2-40B4-BE49-F238E27FC236}">
                <a16:creationId xmlns:a16="http://schemas.microsoft.com/office/drawing/2014/main" id="{F594FCAF-E233-9309-B54B-CAB9B5DA075B}"/>
              </a:ext>
            </a:extLst>
          </p:cNvPr>
          <p:cNvSpPr>
            <a:spLocks noGrp="1"/>
          </p:cNvSpPr>
          <p:nvPr>
            <p:ph type="sldNum" sz="quarter" idx="16"/>
          </p:nvPr>
        </p:nvSpPr>
        <p:spPr/>
        <p:txBody>
          <a:bodyPr/>
          <a:lstStyle/>
          <a:p>
            <a:fld id="{D701140D-C14F-41CA-99FC-0EF83E8DA40A}" type="slidenum">
              <a:rPr lang="fi-FI" smtClean="0"/>
              <a:pPr/>
              <a:t>‹#›</a:t>
            </a:fld>
            <a:endParaRPr lang="fi-FI" dirty="0"/>
          </a:p>
        </p:txBody>
      </p:sp>
      <p:sp>
        <p:nvSpPr>
          <p:cNvPr id="7" name="TextBox 6">
            <a:extLst>
              <a:ext uri="{FF2B5EF4-FFF2-40B4-BE49-F238E27FC236}">
                <a16:creationId xmlns:a16="http://schemas.microsoft.com/office/drawing/2014/main" id="{93DFF82F-A665-CA7C-A4D9-281EBE1EA308}"/>
              </a:ext>
              <a:ext uri="{C183D7F6-B498-43B3-948B-1728B52AA6E4}">
                <adec:decorative xmlns:adec="http://schemas.microsoft.com/office/drawing/2017/decorative" val="1"/>
              </a:ext>
            </a:extLst>
          </p:cNvPr>
          <p:cNvSpPr txBox="1"/>
          <p:nvPr/>
        </p:nvSpPr>
        <p:spPr>
          <a:xfrm>
            <a:off x="6456040" y="2249172"/>
            <a:ext cx="1512168" cy="504000"/>
          </a:xfrm>
          <a:prstGeom prst="rect">
            <a:avLst/>
          </a:prstGeom>
          <a:noFill/>
        </p:spPr>
        <p:txBody>
          <a:bodyPr wrap="none" lIns="0" tIns="0" rIns="0" bIns="0" rtlCol="0" anchor="b" anchorCtr="0">
            <a:noAutofit/>
          </a:bodyPr>
          <a:lstStyle/>
          <a:p>
            <a:pPr algn="l"/>
            <a:r>
              <a:rPr lang="en-US" sz="3200" dirty="0">
                <a:latin typeface="+mj-lt"/>
              </a:rPr>
              <a:t>Kiitos</a:t>
            </a:r>
          </a:p>
        </p:txBody>
      </p:sp>
      <p:sp>
        <p:nvSpPr>
          <p:cNvPr id="8" name="TextBox 7">
            <a:hlinkClick r:id="rId2"/>
            <a:extLst>
              <a:ext uri="{FF2B5EF4-FFF2-40B4-BE49-F238E27FC236}">
                <a16:creationId xmlns:a16="http://schemas.microsoft.com/office/drawing/2014/main" id="{F9F35130-809C-54C5-7E28-08465B7283F3}"/>
              </a:ext>
              <a:ext uri="{C183D7F6-B498-43B3-948B-1728B52AA6E4}">
                <adec:decorative xmlns:adec="http://schemas.microsoft.com/office/drawing/2017/decorative" val="1"/>
              </a:ext>
            </a:extLst>
          </p:cNvPr>
          <p:cNvSpPr txBox="1"/>
          <p:nvPr/>
        </p:nvSpPr>
        <p:spPr>
          <a:xfrm>
            <a:off x="6456040" y="2769778"/>
            <a:ext cx="1438214" cy="443198"/>
          </a:xfrm>
          <a:prstGeom prst="rect">
            <a:avLst/>
          </a:prstGeom>
        </p:spPr>
        <p:txBody>
          <a:bodyPr vert="horz" wrap="square" lIns="0" tIns="0" rIns="0" bIns="0" rtlCol="0" anchor="t" anchorCtr="0">
            <a:spAutoFit/>
          </a:bodyPr>
          <a:lstStyle>
            <a:lvl1pPr lvl="0" indent="0">
              <a:lnSpc>
                <a:spcPct val="90000"/>
              </a:lnSpc>
              <a:spcBef>
                <a:spcPts val="800"/>
              </a:spcBef>
              <a:buFontTx/>
              <a:buNone/>
              <a:defRPr sz="3000" b="1" spc="-50" baseline="0">
                <a:latin typeface="+mj-lt"/>
              </a:defRPr>
            </a:lvl1pPr>
            <a:lvl2pPr marL="266700" indent="-266700">
              <a:lnSpc>
                <a:spcPct val="100000"/>
              </a:lnSpc>
              <a:spcBef>
                <a:spcPts val="800"/>
              </a:spcBef>
              <a:buFont typeface="Arial" panose="020B0604020202020204" pitchFamily="34" charset="0"/>
              <a:buChar char="•"/>
              <a:defRPr sz="2000"/>
            </a:lvl2pPr>
            <a:lvl3pPr marL="542925" indent="-276225">
              <a:lnSpc>
                <a:spcPct val="100000"/>
              </a:lnSpc>
              <a:spcBef>
                <a:spcPts val="800"/>
              </a:spcBef>
              <a:buFont typeface="Arial" panose="020B0604020202020204" pitchFamily="34" charset="0"/>
              <a:buChar char="•"/>
            </a:lvl3pPr>
            <a:lvl4pPr marL="809625" indent="-266700">
              <a:lnSpc>
                <a:spcPct val="100000"/>
              </a:lnSpc>
              <a:spcBef>
                <a:spcPts val="800"/>
              </a:spcBef>
              <a:buFont typeface="Arial" panose="020B0604020202020204" pitchFamily="34" charset="0"/>
              <a:buChar char="•"/>
            </a:lvl4pPr>
            <a:lvl5pPr marL="1076325" indent="-266700">
              <a:lnSpc>
                <a:spcPct val="100000"/>
              </a:lnSpc>
              <a:spcBef>
                <a:spcPts val="800"/>
              </a:spcBef>
              <a:buFont typeface="Arial" panose="020B0604020202020204" pitchFamily="34" charset="0"/>
              <a:buChar char="•"/>
            </a:lvl5pPr>
            <a:lvl6pPr marL="1343025" indent="-266700">
              <a:lnSpc>
                <a:spcPct val="100000"/>
              </a:lnSpc>
              <a:spcBef>
                <a:spcPts val="800"/>
              </a:spcBef>
              <a:buFont typeface="Arial" panose="020B0604020202020204" pitchFamily="34" charset="0"/>
              <a:buChar char="•"/>
            </a:lvl6pPr>
            <a:lvl7pPr marL="1619250" indent="-276225">
              <a:lnSpc>
                <a:spcPct val="100000"/>
              </a:lnSpc>
              <a:spcBef>
                <a:spcPts val="800"/>
              </a:spcBef>
              <a:buFont typeface="Arial" panose="020B0604020202020204" pitchFamily="34" charset="0"/>
              <a:buChar char="•"/>
            </a:lvl7pPr>
            <a:lvl8pPr marL="1885950" indent="-266700">
              <a:lnSpc>
                <a:spcPct val="100000"/>
              </a:lnSpc>
              <a:spcBef>
                <a:spcPts val="800"/>
              </a:spcBef>
              <a:buFont typeface="Arial" panose="020B0604020202020204" pitchFamily="34" charset="0"/>
              <a:buChar char="•"/>
            </a:lvl8pPr>
            <a:lvl9pPr marL="2152650" indent="-266700">
              <a:lnSpc>
                <a:spcPct val="100000"/>
              </a:lnSpc>
              <a:spcBef>
                <a:spcPts val="800"/>
              </a:spcBef>
              <a:buFont typeface="Arial" panose="020B0604020202020204" pitchFamily="34" charset="0"/>
              <a:buChar char="•"/>
            </a:lvl9pPr>
          </a:lstStyle>
          <a:p>
            <a:pPr lvl="0"/>
            <a:r>
              <a:rPr lang="en-GB" sz="3200" dirty="0"/>
              <a:t>aalto.fi</a:t>
            </a:r>
          </a:p>
        </p:txBody>
      </p:sp>
      <p:cxnSp>
        <p:nvCxnSpPr>
          <p:cNvPr id="9" name="Straight Connector 8">
            <a:extLst>
              <a:ext uri="{FF2B5EF4-FFF2-40B4-BE49-F238E27FC236}">
                <a16:creationId xmlns:a16="http://schemas.microsoft.com/office/drawing/2014/main" id="{F4389D5A-AB42-9199-44CF-9CEEAE533454}"/>
              </a:ext>
              <a:ext uri="{C183D7F6-B498-43B3-948B-1728B52AA6E4}">
                <adec:decorative xmlns:adec="http://schemas.microsoft.com/office/drawing/2017/decorative" val="1"/>
              </a:ext>
            </a:extLst>
          </p:cNvPr>
          <p:cNvCxnSpPr>
            <a:cxnSpLocks/>
          </p:cNvCxnSpPr>
          <p:nvPr/>
        </p:nvCxnSpPr>
        <p:spPr>
          <a:xfrm>
            <a:off x="6448576" y="2004866"/>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3432045"/>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Thank you Red">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4A4D6E-EA47-4FB6-4842-6266F7987D40}"/>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6" name="Freeform 5">
            <a:extLst>
              <a:ext uri="{FF2B5EF4-FFF2-40B4-BE49-F238E27FC236}">
                <a16:creationId xmlns:a16="http://schemas.microsoft.com/office/drawing/2014/main" id="{4E379A93-4718-A4A6-52FF-0770DDE1FB8E}"/>
              </a:ext>
              <a:ext uri="{C183D7F6-B498-43B3-948B-1728B52AA6E4}">
                <adec:decorative xmlns:adec="http://schemas.microsoft.com/office/drawing/2017/decorative" val="1"/>
              </a:ext>
            </a:extLst>
          </p:cNvPr>
          <p:cNvSpPr>
            <a:spLocks noChangeAspect="1" noEditPoints="1"/>
          </p:cNvSpPr>
          <p:nvPr/>
        </p:nvSpPr>
        <p:spPr bwMode="auto">
          <a:xfrm>
            <a:off x="407988" y="2805066"/>
            <a:ext cx="4895924" cy="3648121"/>
          </a:xfrm>
          <a:custGeom>
            <a:avLst/>
            <a:gdLst>
              <a:gd name="T0" fmla="*/ 6475 w 6475"/>
              <a:gd name="T1" fmla="*/ 1671 h 4824"/>
              <a:gd name="T2" fmla="*/ 6332 w 6475"/>
              <a:gd name="T3" fmla="*/ 2506 h 4824"/>
              <a:gd name="T4" fmla="*/ 6191 w 6475"/>
              <a:gd name="T5" fmla="*/ 3343 h 4824"/>
              <a:gd name="T6" fmla="*/ 5547 w 6475"/>
              <a:gd name="T7" fmla="*/ 3343 h 4824"/>
              <a:gd name="T8" fmla="*/ 5428 w 6475"/>
              <a:gd name="T9" fmla="*/ 2506 h 4824"/>
              <a:gd name="T10" fmla="*/ 5309 w 6475"/>
              <a:gd name="T11" fmla="*/ 1671 h 4824"/>
              <a:gd name="T12" fmla="*/ 5309 w 6475"/>
              <a:gd name="T13" fmla="*/ 835 h 4824"/>
              <a:gd name="T14" fmla="*/ 5309 w 6475"/>
              <a:gd name="T15" fmla="*/ 0 h 4824"/>
              <a:gd name="T16" fmla="*/ 5892 w 6475"/>
              <a:gd name="T17" fmla="*/ 0 h 4824"/>
              <a:gd name="T18" fmla="*/ 6475 w 6475"/>
              <a:gd name="T19" fmla="*/ 0 h 4824"/>
              <a:gd name="T20" fmla="*/ 6475 w 6475"/>
              <a:gd name="T21" fmla="*/ 835 h 4824"/>
              <a:gd name="T22" fmla="*/ 6475 w 6475"/>
              <a:gd name="T23" fmla="*/ 1671 h 4824"/>
              <a:gd name="T24" fmla="*/ 3041 w 6475"/>
              <a:gd name="T25" fmla="*/ 3007 h 4824"/>
              <a:gd name="T26" fmla="*/ 2742 w 6475"/>
              <a:gd name="T27" fmla="*/ 2147 h 4824"/>
              <a:gd name="T28" fmla="*/ 2444 w 6475"/>
              <a:gd name="T29" fmla="*/ 1289 h 4824"/>
              <a:gd name="T30" fmla="*/ 2145 w 6475"/>
              <a:gd name="T31" fmla="*/ 2147 h 4824"/>
              <a:gd name="T32" fmla="*/ 1847 w 6475"/>
              <a:gd name="T33" fmla="*/ 3007 h 4824"/>
              <a:gd name="T34" fmla="*/ 2444 w 6475"/>
              <a:gd name="T35" fmla="*/ 3007 h 4824"/>
              <a:gd name="T36" fmla="*/ 3041 w 6475"/>
              <a:gd name="T37" fmla="*/ 3007 h 4824"/>
              <a:gd name="T38" fmla="*/ 4887 w 6475"/>
              <a:gd name="T39" fmla="*/ 4824 h 4824"/>
              <a:gd name="T40" fmla="*/ 4278 w 6475"/>
              <a:gd name="T41" fmla="*/ 4824 h 4824"/>
              <a:gd name="T42" fmla="*/ 3671 w 6475"/>
              <a:gd name="T43" fmla="*/ 4824 h 4824"/>
              <a:gd name="T44" fmla="*/ 3375 w 6475"/>
              <a:gd name="T45" fmla="*/ 3971 h 4824"/>
              <a:gd name="T46" fmla="*/ 2444 w 6475"/>
              <a:gd name="T47" fmla="*/ 3971 h 4824"/>
              <a:gd name="T48" fmla="*/ 1513 w 6475"/>
              <a:gd name="T49" fmla="*/ 3971 h 4824"/>
              <a:gd name="T50" fmla="*/ 1216 w 6475"/>
              <a:gd name="T51" fmla="*/ 4824 h 4824"/>
              <a:gd name="T52" fmla="*/ 607 w 6475"/>
              <a:gd name="T53" fmla="*/ 4824 h 4824"/>
              <a:gd name="T54" fmla="*/ 0 w 6475"/>
              <a:gd name="T55" fmla="*/ 4824 h 4824"/>
              <a:gd name="T56" fmla="*/ 214 w 6475"/>
              <a:gd name="T57" fmla="*/ 4221 h 4824"/>
              <a:gd name="T58" fmla="*/ 427 w 6475"/>
              <a:gd name="T59" fmla="*/ 3618 h 4824"/>
              <a:gd name="T60" fmla="*/ 641 w 6475"/>
              <a:gd name="T61" fmla="*/ 3015 h 4824"/>
              <a:gd name="T62" fmla="*/ 856 w 6475"/>
              <a:gd name="T63" fmla="*/ 2412 h 4824"/>
              <a:gd name="T64" fmla="*/ 1070 w 6475"/>
              <a:gd name="T65" fmla="*/ 1809 h 4824"/>
              <a:gd name="T66" fmla="*/ 1285 w 6475"/>
              <a:gd name="T67" fmla="*/ 1206 h 4824"/>
              <a:gd name="T68" fmla="*/ 1499 w 6475"/>
              <a:gd name="T69" fmla="*/ 603 h 4824"/>
              <a:gd name="T70" fmla="*/ 1714 w 6475"/>
              <a:gd name="T71" fmla="*/ 0 h 4824"/>
              <a:gd name="T72" fmla="*/ 2443 w 6475"/>
              <a:gd name="T73" fmla="*/ 0 h 4824"/>
              <a:gd name="T74" fmla="*/ 3173 w 6475"/>
              <a:gd name="T75" fmla="*/ 0 h 4824"/>
              <a:gd name="T76" fmla="*/ 3387 w 6475"/>
              <a:gd name="T77" fmla="*/ 603 h 4824"/>
              <a:gd name="T78" fmla="*/ 3601 w 6475"/>
              <a:gd name="T79" fmla="*/ 1206 h 4824"/>
              <a:gd name="T80" fmla="*/ 3814 w 6475"/>
              <a:gd name="T81" fmla="*/ 1809 h 4824"/>
              <a:gd name="T82" fmla="*/ 4029 w 6475"/>
              <a:gd name="T83" fmla="*/ 2412 h 4824"/>
              <a:gd name="T84" fmla="*/ 4243 w 6475"/>
              <a:gd name="T85" fmla="*/ 3015 h 4824"/>
              <a:gd name="T86" fmla="*/ 4458 w 6475"/>
              <a:gd name="T87" fmla="*/ 3618 h 4824"/>
              <a:gd name="T88" fmla="*/ 4672 w 6475"/>
              <a:gd name="T89" fmla="*/ 4221 h 4824"/>
              <a:gd name="T90" fmla="*/ 4887 w 6475"/>
              <a:gd name="T91" fmla="*/ 4824 h 4824"/>
              <a:gd name="T92" fmla="*/ 5343 w 6475"/>
              <a:gd name="T93" fmla="*/ 4824 h 4824"/>
              <a:gd name="T94" fmla="*/ 5343 w 6475"/>
              <a:gd name="T95" fmla="*/ 4277 h 4824"/>
              <a:gd name="T96" fmla="*/ 5343 w 6475"/>
              <a:gd name="T97" fmla="*/ 3730 h 4824"/>
              <a:gd name="T98" fmla="*/ 5891 w 6475"/>
              <a:gd name="T99" fmla="*/ 3730 h 4824"/>
              <a:gd name="T100" fmla="*/ 6440 w 6475"/>
              <a:gd name="T101" fmla="*/ 3730 h 4824"/>
              <a:gd name="T102" fmla="*/ 6440 w 6475"/>
              <a:gd name="T103" fmla="*/ 4277 h 4824"/>
              <a:gd name="T104" fmla="*/ 6440 w 6475"/>
              <a:gd name="T105" fmla="*/ 4824 h 4824"/>
              <a:gd name="T106" fmla="*/ 5891 w 6475"/>
              <a:gd name="T107" fmla="*/ 4824 h 4824"/>
              <a:gd name="T108" fmla="*/ 5343 w 6475"/>
              <a:gd name="T109" fmla="*/ 4824 h 4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75" h="4824">
                <a:moveTo>
                  <a:pt x="6475" y="1671"/>
                </a:moveTo>
                <a:lnTo>
                  <a:pt x="6332" y="2506"/>
                </a:lnTo>
                <a:lnTo>
                  <a:pt x="6191" y="3343"/>
                </a:lnTo>
                <a:lnTo>
                  <a:pt x="5547" y="3343"/>
                </a:lnTo>
                <a:lnTo>
                  <a:pt x="5428" y="2506"/>
                </a:lnTo>
                <a:lnTo>
                  <a:pt x="5309" y="1671"/>
                </a:lnTo>
                <a:lnTo>
                  <a:pt x="5309" y="835"/>
                </a:lnTo>
                <a:lnTo>
                  <a:pt x="5309" y="0"/>
                </a:lnTo>
                <a:lnTo>
                  <a:pt x="5892" y="0"/>
                </a:lnTo>
                <a:lnTo>
                  <a:pt x="6475" y="0"/>
                </a:lnTo>
                <a:lnTo>
                  <a:pt x="6475" y="835"/>
                </a:lnTo>
                <a:lnTo>
                  <a:pt x="6475" y="1671"/>
                </a:lnTo>
                <a:close/>
                <a:moveTo>
                  <a:pt x="3041" y="3007"/>
                </a:moveTo>
                <a:lnTo>
                  <a:pt x="2742" y="2147"/>
                </a:lnTo>
                <a:lnTo>
                  <a:pt x="2444" y="1289"/>
                </a:lnTo>
                <a:lnTo>
                  <a:pt x="2145" y="2147"/>
                </a:lnTo>
                <a:lnTo>
                  <a:pt x="1847" y="3007"/>
                </a:lnTo>
                <a:lnTo>
                  <a:pt x="2444" y="3007"/>
                </a:lnTo>
                <a:lnTo>
                  <a:pt x="3041" y="3007"/>
                </a:lnTo>
                <a:close/>
                <a:moveTo>
                  <a:pt x="4887" y="4824"/>
                </a:moveTo>
                <a:lnTo>
                  <a:pt x="4278" y="4824"/>
                </a:lnTo>
                <a:lnTo>
                  <a:pt x="3671" y="4824"/>
                </a:lnTo>
                <a:lnTo>
                  <a:pt x="3375" y="3971"/>
                </a:lnTo>
                <a:lnTo>
                  <a:pt x="2444" y="3971"/>
                </a:lnTo>
                <a:lnTo>
                  <a:pt x="1513" y="3971"/>
                </a:lnTo>
                <a:lnTo>
                  <a:pt x="1216" y="4824"/>
                </a:lnTo>
                <a:lnTo>
                  <a:pt x="607" y="4824"/>
                </a:lnTo>
                <a:lnTo>
                  <a:pt x="0" y="4824"/>
                </a:lnTo>
                <a:lnTo>
                  <a:pt x="214" y="4221"/>
                </a:lnTo>
                <a:lnTo>
                  <a:pt x="427" y="3618"/>
                </a:lnTo>
                <a:lnTo>
                  <a:pt x="641" y="3015"/>
                </a:lnTo>
                <a:lnTo>
                  <a:pt x="856" y="2412"/>
                </a:lnTo>
                <a:lnTo>
                  <a:pt x="1070" y="1809"/>
                </a:lnTo>
                <a:lnTo>
                  <a:pt x="1285" y="1206"/>
                </a:lnTo>
                <a:lnTo>
                  <a:pt x="1499" y="603"/>
                </a:lnTo>
                <a:lnTo>
                  <a:pt x="1714" y="0"/>
                </a:lnTo>
                <a:lnTo>
                  <a:pt x="2443" y="0"/>
                </a:lnTo>
                <a:lnTo>
                  <a:pt x="3173" y="0"/>
                </a:lnTo>
                <a:lnTo>
                  <a:pt x="3387" y="603"/>
                </a:lnTo>
                <a:lnTo>
                  <a:pt x="3601" y="1206"/>
                </a:lnTo>
                <a:lnTo>
                  <a:pt x="3814" y="1809"/>
                </a:lnTo>
                <a:lnTo>
                  <a:pt x="4029" y="2412"/>
                </a:lnTo>
                <a:lnTo>
                  <a:pt x="4243" y="3015"/>
                </a:lnTo>
                <a:lnTo>
                  <a:pt x="4458" y="3618"/>
                </a:lnTo>
                <a:lnTo>
                  <a:pt x="4672" y="4221"/>
                </a:lnTo>
                <a:lnTo>
                  <a:pt x="4887" y="4824"/>
                </a:lnTo>
                <a:close/>
                <a:moveTo>
                  <a:pt x="5343" y="4824"/>
                </a:moveTo>
                <a:lnTo>
                  <a:pt x="5343" y="4277"/>
                </a:lnTo>
                <a:lnTo>
                  <a:pt x="5343" y="3730"/>
                </a:lnTo>
                <a:lnTo>
                  <a:pt x="5891" y="3730"/>
                </a:lnTo>
                <a:lnTo>
                  <a:pt x="6440" y="3730"/>
                </a:lnTo>
                <a:lnTo>
                  <a:pt x="6440" y="4277"/>
                </a:lnTo>
                <a:lnTo>
                  <a:pt x="6440" y="4824"/>
                </a:lnTo>
                <a:lnTo>
                  <a:pt x="5891" y="4824"/>
                </a:lnTo>
                <a:lnTo>
                  <a:pt x="5343" y="48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Date Placeholder 1">
            <a:extLst>
              <a:ext uri="{FF2B5EF4-FFF2-40B4-BE49-F238E27FC236}">
                <a16:creationId xmlns:a16="http://schemas.microsoft.com/office/drawing/2014/main" id="{5A44BCDF-D62A-8FD1-A853-63A6E329245A}"/>
              </a:ext>
            </a:extLst>
          </p:cNvPr>
          <p:cNvSpPr>
            <a:spLocks noGrp="1"/>
          </p:cNvSpPr>
          <p:nvPr>
            <p:ph type="dt" sz="half" idx="14"/>
          </p:nvPr>
        </p:nvSpPr>
        <p:spPr/>
        <p:txBody>
          <a:bodyPr/>
          <a:lstStyle/>
          <a:p>
            <a:fld id="{45F0D0FC-42F6-47DE-A7F4-E745E6EF1D32}" type="datetime1">
              <a:rPr lang="fi-FI" smtClean="0"/>
              <a:t>15.10.2026</a:t>
            </a:fld>
            <a:endParaRPr lang="fi-FI" dirty="0"/>
          </a:p>
        </p:txBody>
      </p:sp>
      <p:sp>
        <p:nvSpPr>
          <p:cNvPr id="4" name="Slide Number Placeholder 3">
            <a:extLst>
              <a:ext uri="{FF2B5EF4-FFF2-40B4-BE49-F238E27FC236}">
                <a16:creationId xmlns:a16="http://schemas.microsoft.com/office/drawing/2014/main" id="{C8CB65B9-41BC-781D-107D-C5A99B2C7D5E}"/>
              </a:ext>
            </a:extLst>
          </p:cNvPr>
          <p:cNvSpPr>
            <a:spLocks noGrp="1"/>
          </p:cNvSpPr>
          <p:nvPr>
            <p:ph type="sldNum" sz="quarter" idx="16"/>
          </p:nvPr>
        </p:nvSpPr>
        <p:spPr/>
        <p:txBody>
          <a:bodyPr/>
          <a:lstStyle/>
          <a:p>
            <a:fld id="{D701140D-C14F-41CA-99FC-0EF83E8DA40A}" type="slidenum">
              <a:rPr lang="fi-FI" smtClean="0"/>
              <a:pPr/>
              <a:t>‹#›</a:t>
            </a:fld>
            <a:endParaRPr lang="fi-FI" dirty="0"/>
          </a:p>
        </p:txBody>
      </p:sp>
      <p:sp>
        <p:nvSpPr>
          <p:cNvPr id="7" name="TextBox 6">
            <a:extLst>
              <a:ext uri="{FF2B5EF4-FFF2-40B4-BE49-F238E27FC236}">
                <a16:creationId xmlns:a16="http://schemas.microsoft.com/office/drawing/2014/main" id="{59C85133-50DB-CAA4-935B-5BFB0E1B21AB}"/>
              </a:ext>
              <a:ext uri="{C183D7F6-B498-43B3-948B-1728B52AA6E4}">
                <adec:decorative xmlns:adec="http://schemas.microsoft.com/office/drawing/2017/decorative" val="1"/>
              </a:ext>
            </a:extLst>
          </p:cNvPr>
          <p:cNvSpPr txBox="1"/>
          <p:nvPr/>
        </p:nvSpPr>
        <p:spPr>
          <a:xfrm>
            <a:off x="6456040" y="2249172"/>
            <a:ext cx="1512168" cy="504000"/>
          </a:xfrm>
          <a:prstGeom prst="rect">
            <a:avLst/>
          </a:prstGeom>
          <a:noFill/>
        </p:spPr>
        <p:txBody>
          <a:bodyPr wrap="none" lIns="0" tIns="0" rIns="0" bIns="0" rtlCol="0" anchor="b" anchorCtr="0">
            <a:noAutofit/>
          </a:bodyPr>
          <a:lstStyle/>
          <a:p>
            <a:pPr algn="l"/>
            <a:r>
              <a:rPr lang="en-US" sz="3200" dirty="0">
                <a:latin typeface="+mj-lt"/>
              </a:rPr>
              <a:t>Kiitos</a:t>
            </a:r>
          </a:p>
        </p:txBody>
      </p:sp>
      <p:sp>
        <p:nvSpPr>
          <p:cNvPr id="8" name="TextBox 7">
            <a:hlinkClick r:id="rId2"/>
            <a:extLst>
              <a:ext uri="{FF2B5EF4-FFF2-40B4-BE49-F238E27FC236}">
                <a16:creationId xmlns:a16="http://schemas.microsoft.com/office/drawing/2014/main" id="{7F46B658-9D7D-6338-006D-3915FC261FA2}"/>
              </a:ext>
              <a:ext uri="{C183D7F6-B498-43B3-948B-1728B52AA6E4}">
                <adec:decorative xmlns:adec="http://schemas.microsoft.com/office/drawing/2017/decorative" val="1"/>
              </a:ext>
            </a:extLst>
          </p:cNvPr>
          <p:cNvSpPr txBox="1"/>
          <p:nvPr/>
        </p:nvSpPr>
        <p:spPr>
          <a:xfrm>
            <a:off x="6456040" y="2769778"/>
            <a:ext cx="1438214" cy="443198"/>
          </a:xfrm>
          <a:prstGeom prst="rect">
            <a:avLst/>
          </a:prstGeom>
        </p:spPr>
        <p:txBody>
          <a:bodyPr vert="horz" wrap="square" lIns="0" tIns="0" rIns="0" bIns="0" rtlCol="0" anchor="t" anchorCtr="0">
            <a:spAutoFit/>
          </a:bodyPr>
          <a:lstStyle>
            <a:lvl1pPr lvl="0" indent="0">
              <a:lnSpc>
                <a:spcPct val="90000"/>
              </a:lnSpc>
              <a:spcBef>
                <a:spcPts val="800"/>
              </a:spcBef>
              <a:buFontTx/>
              <a:buNone/>
              <a:defRPr sz="3000" b="1" spc="-50" baseline="0">
                <a:latin typeface="+mj-lt"/>
              </a:defRPr>
            </a:lvl1pPr>
            <a:lvl2pPr marL="266700" indent="-266700">
              <a:lnSpc>
                <a:spcPct val="100000"/>
              </a:lnSpc>
              <a:spcBef>
                <a:spcPts val="800"/>
              </a:spcBef>
              <a:buFont typeface="Arial" panose="020B0604020202020204" pitchFamily="34" charset="0"/>
              <a:buChar char="•"/>
              <a:defRPr sz="2000"/>
            </a:lvl2pPr>
            <a:lvl3pPr marL="542925" indent="-276225">
              <a:lnSpc>
                <a:spcPct val="100000"/>
              </a:lnSpc>
              <a:spcBef>
                <a:spcPts val="800"/>
              </a:spcBef>
              <a:buFont typeface="Arial" panose="020B0604020202020204" pitchFamily="34" charset="0"/>
              <a:buChar char="•"/>
            </a:lvl3pPr>
            <a:lvl4pPr marL="809625" indent="-266700">
              <a:lnSpc>
                <a:spcPct val="100000"/>
              </a:lnSpc>
              <a:spcBef>
                <a:spcPts val="800"/>
              </a:spcBef>
              <a:buFont typeface="Arial" panose="020B0604020202020204" pitchFamily="34" charset="0"/>
              <a:buChar char="•"/>
            </a:lvl4pPr>
            <a:lvl5pPr marL="1076325" indent="-266700">
              <a:lnSpc>
                <a:spcPct val="100000"/>
              </a:lnSpc>
              <a:spcBef>
                <a:spcPts val="800"/>
              </a:spcBef>
              <a:buFont typeface="Arial" panose="020B0604020202020204" pitchFamily="34" charset="0"/>
              <a:buChar char="•"/>
            </a:lvl5pPr>
            <a:lvl6pPr marL="1343025" indent="-266700">
              <a:lnSpc>
                <a:spcPct val="100000"/>
              </a:lnSpc>
              <a:spcBef>
                <a:spcPts val="800"/>
              </a:spcBef>
              <a:buFont typeface="Arial" panose="020B0604020202020204" pitchFamily="34" charset="0"/>
              <a:buChar char="•"/>
            </a:lvl6pPr>
            <a:lvl7pPr marL="1619250" indent="-276225">
              <a:lnSpc>
                <a:spcPct val="100000"/>
              </a:lnSpc>
              <a:spcBef>
                <a:spcPts val="800"/>
              </a:spcBef>
              <a:buFont typeface="Arial" panose="020B0604020202020204" pitchFamily="34" charset="0"/>
              <a:buChar char="•"/>
            </a:lvl7pPr>
            <a:lvl8pPr marL="1885950" indent="-266700">
              <a:lnSpc>
                <a:spcPct val="100000"/>
              </a:lnSpc>
              <a:spcBef>
                <a:spcPts val="800"/>
              </a:spcBef>
              <a:buFont typeface="Arial" panose="020B0604020202020204" pitchFamily="34" charset="0"/>
              <a:buChar char="•"/>
            </a:lvl8pPr>
            <a:lvl9pPr marL="2152650" indent="-266700">
              <a:lnSpc>
                <a:spcPct val="100000"/>
              </a:lnSpc>
              <a:spcBef>
                <a:spcPts val="800"/>
              </a:spcBef>
              <a:buFont typeface="Arial" panose="020B0604020202020204" pitchFamily="34" charset="0"/>
              <a:buChar char="•"/>
            </a:lvl9pPr>
          </a:lstStyle>
          <a:p>
            <a:pPr lvl="0"/>
            <a:r>
              <a:rPr lang="en-GB" sz="3200" dirty="0"/>
              <a:t>aalto.fi</a:t>
            </a:r>
          </a:p>
        </p:txBody>
      </p:sp>
      <p:cxnSp>
        <p:nvCxnSpPr>
          <p:cNvPr id="9" name="Straight Connector 8">
            <a:extLst>
              <a:ext uri="{FF2B5EF4-FFF2-40B4-BE49-F238E27FC236}">
                <a16:creationId xmlns:a16="http://schemas.microsoft.com/office/drawing/2014/main" id="{526E9EB7-2C97-21BD-728D-4E129DB8FD35}"/>
              </a:ext>
              <a:ext uri="{C183D7F6-B498-43B3-948B-1728B52AA6E4}">
                <adec:decorative xmlns:adec="http://schemas.microsoft.com/office/drawing/2017/decorative" val="1"/>
              </a:ext>
            </a:extLst>
          </p:cNvPr>
          <p:cNvCxnSpPr>
            <a:cxnSpLocks/>
          </p:cNvCxnSpPr>
          <p:nvPr/>
        </p:nvCxnSpPr>
        <p:spPr>
          <a:xfrm>
            <a:off x="6448576" y="2004866"/>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EE7BE5AF-5BA3-43BE-6B1C-F56C8A9C8AB8}"/>
              </a:ext>
            </a:extLst>
          </p:cNvPr>
          <p:cNvSpPr>
            <a:spLocks noGrp="1"/>
          </p:cNvSpPr>
          <p:nvPr>
            <p:ph type="ftr" sz="quarter" idx="15"/>
          </p:nvPr>
        </p:nvSpPr>
        <p:spPr>
          <a:xfrm>
            <a:off x="6456040" y="6309320"/>
            <a:ext cx="3744416" cy="144016"/>
          </a:xfrm>
        </p:spPr>
        <p:txBody>
          <a:bodyPr/>
          <a:lstStyle/>
          <a:p>
            <a:endParaRPr lang="fi-FI" dirty="0"/>
          </a:p>
        </p:txBody>
      </p:sp>
    </p:spTree>
    <p:extLst>
      <p:ext uri="{BB962C8B-B14F-4D97-AF65-F5344CB8AC3E}">
        <p14:creationId xmlns:p14="http://schemas.microsoft.com/office/powerpoint/2010/main" val="2226004313"/>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Thank you Yellow">
    <p:bg>
      <p:bgPr>
        <a:solidFill>
          <a:schemeClr val="accent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4A4D6E-EA47-4FB6-4842-6266F7987D40}"/>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solidFill>
                <a:schemeClr val="tx1"/>
              </a:solidFill>
              <a:latin typeface="+mj-lt"/>
            </a:endParaRPr>
          </a:p>
        </p:txBody>
      </p:sp>
      <p:sp>
        <p:nvSpPr>
          <p:cNvPr id="6" name="Freeform 5">
            <a:extLst>
              <a:ext uri="{FF2B5EF4-FFF2-40B4-BE49-F238E27FC236}">
                <a16:creationId xmlns:a16="http://schemas.microsoft.com/office/drawing/2014/main" id="{4E379A93-4718-A4A6-52FF-0770DDE1FB8E}"/>
              </a:ext>
              <a:ext uri="{C183D7F6-B498-43B3-948B-1728B52AA6E4}">
                <adec:decorative xmlns:adec="http://schemas.microsoft.com/office/drawing/2017/decorative" val="1"/>
              </a:ext>
            </a:extLst>
          </p:cNvPr>
          <p:cNvSpPr>
            <a:spLocks noChangeAspect="1" noEditPoints="1"/>
          </p:cNvSpPr>
          <p:nvPr/>
        </p:nvSpPr>
        <p:spPr bwMode="auto">
          <a:xfrm>
            <a:off x="407988" y="2805066"/>
            <a:ext cx="4895924" cy="3648121"/>
          </a:xfrm>
          <a:custGeom>
            <a:avLst/>
            <a:gdLst>
              <a:gd name="T0" fmla="*/ 6475 w 6475"/>
              <a:gd name="T1" fmla="*/ 1671 h 4824"/>
              <a:gd name="T2" fmla="*/ 6332 w 6475"/>
              <a:gd name="T3" fmla="*/ 2506 h 4824"/>
              <a:gd name="T4" fmla="*/ 6191 w 6475"/>
              <a:gd name="T5" fmla="*/ 3343 h 4824"/>
              <a:gd name="T6" fmla="*/ 5547 w 6475"/>
              <a:gd name="T7" fmla="*/ 3343 h 4824"/>
              <a:gd name="T8" fmla="*/ 5428 w 6475"/>
              <a:gd name="T9" fmla="*/ 2506 h 4824"/>
              <a:gd name="T10" fmla="*/ 5309 w 6475"/>
              <a:gd name="T11" fmla="*/ 1671 h 4824"/>
              <a:gd name="T12" fmla="*/ 5309 w 6475"/>
              <a:gd name="T13" fmla="*/ 835 h 4824"/>
              <a:gd name="T14" fmla="*/ 5309 w 6475"/>
              <a:gd name="T15" fmla="*/ 0 h 4824"/>
              <a:gd name="T16" fmla="*/ 5892 w 6475"/>
              <a:gd name="T17" fmla="*/ 0 h 4824"/>
              <a:gd name="T18" fmla="*/ 6475 w 6475"/>
              <a:gd name="T19" fmla="*/ 0 h 4824"/>
              <a:gd name="T20" fmla="*/ 6475 w 6475"/>
              <a:gd name="T21" fmla="*/ 835 h 4824"/>
              <a:gd name="T22" fmla="*/ 6475 w 6475"/>
              <a:gd name="T23" fmla="*/ 1671 h 4824"/>
              <a:gd name="T24" fmla="*/ 3041 w 6475"/>
              <a:gd name="T25" fmla="*/ 3007 h 4824"/>
              <a:gd name="T26" fmla="*/ 2742 w 6475"/>
              <a:gd name="T27" fmla="*/ 2147 h 4824"/>
              <a:gd name="T28" fmla="*/ 2444 w 6475"/>
              <a:gd name="T29" fmla="*/ 1289 h 4824"/>
              <a:gd name="T30" fmla="*/ 2145 w 6475"/>
              <a:gd name="T31" fmla="*/ 2147 h 4824"/>
              <a:gd name="T32" fmla="*/ 1847 w 6475"/>
              <a:gd name="T33" fmla="*/ 3007 h 4824"/>
              <a:gd name="T34" fmla="*/ 2444 w 6475"/>
              <a:gd name="T35" fmla="*/ 3007 h 4824"/>
              <a:gd name="T36" fmla="*/ 3041 w 6475"/>
              <a:gd name="T37" fmla="*/ 3007 h 4824"/>
              <a:gd name="T38" fmla="*/ 4887 w 6475"/>
              <a:gd name="T39" fmla="*/ 4824 h 4824"/>
              <a:gd name="T40" fmla="*/ 4278 w 6475"/>
              <a:gd name="T41" fmla="*/ 4824 h 4824"/>
              <a:gd name="T42" fmla="*/ 3671 w 6475"/>
              <a:gd name="T43" fmla="*/ 4824 h 4824"/>
              <a:gd name="T44" fmla="*/ 3375 w 6475"/>
              <a:gd name="T45" fmla="*/ 3971 h 4824"/>
              <a:gd name="T46" fmla="*/ 2444 w 6475"/>
              <a:gd name="T47" fmla="*/ 3971 h 4824"/>
              <a:gd name="T48" fmla="*/ 1513 w 6475"/>
              <a:gd name="T49" fmla="*/ 3971 h 4824"/>
              <a:gd name="T50" fmla="*/ 1216 w 6475"/>
              <a:gd name="T51" fmla="*/ 4824 h 4824"/>
              <a:gd name="T52" fmla="*/ 607 w 6475"/>
              <a:gd name="T53" fmla="*/ 4824 h 4824"/>
              <a:gd name="T54" fmla="*/ 0 w 6475"/>
              <a:gd name="T55" fmla="*/ 4824 h 4824"/>
              <a:gd name="T56" fmla="*/ 214 w 6475"/>
              <a:gd name="T57" fmla="*/ 4221 h 4824"/>
              <a:gd name="T58" fmla="*/ 427 w 6475"/>
              <a:gd name="T59" fmla="*/ 3618 h 4824"/>
              <a:gd name="T60" fmla="*/ 641 w 6475"/>
              <a:gd name="T61" fmla="*/ 3015 h 4824"/>
              <a:gd name="T62" fmla="*/ 856 w 6475"/>
              <a:gd name="T63" fmla="*/ 2412 h 4824"/>
              <a:gd name="T64" fmla="*/ 1070 w 6475"/>
              <a:gd name="T65" fmla="*/ 1809 h 4824"/>
              <a:gd name="T66" fmla="*/ 1285 w 6475"/>
              <a:gd name="T67" fmla="*/ 1206 h 4824"/>
              <a:gd name="T68" fmla="*/ 1499 w 6475"/>
              <a:gd name="T69" fmla="*/ 603 h 4824"/>
              <a:gd name="T70" fmla="*/ 1714 w 6475"/>
              <a:gd name="T71" fmla="*/ 0 h 4824"/>
              <a:gd name="T72" fmla="*/ 2443 w 6475"/>
              <a:gd name="T73" fmla="*/ 0 h 4824"/>
              <a:gd name="T74" fmla="*/ 3173 w 6475"/>
              <a:gd name="T75" fmla="*/ 0 h 4824"/>
              <a:gd name="T76" fmla="*/ 3387 w 6475"/>
              <a:gd name="T77" fmla="*/ 603 h 4824"/>
              <a:gd name="T78" fmla="*/ 3601 w 6475"/>
              <a:gd name="T79" fmla="*/ 1206 h 4824"/>
              <a:gd name="T80" fmla="*/ 3814 w 6475"/>
              <a:gd name="T81" fmla="*/ 1809 h 4824"/>
              <a:gd name="T82" fmla="*/ 4029 w 6475"/>
              <a:gd name="T83" fmla="*/ 2412 h 4824"/>
              <a:gd name="T84" fmla="*/ 4243 w 6475"/>
              <a:gd name="T85" fmla="*/ 3015 h 4824"/>
              <a:gd name="T86" fmla="*/ 4458 w 6475"/>
              <a:gd name="T87" fmla="*/ 3618 h 4824"/>
              <a:gd name="T88" fmla="*/ 4672 w 6475"/>
              <a:gd name="T89" fmla="*/ 4221 h 4824"/>
              <a:gd name="T90" fmla="*/ 4887 w 6475"/>
              <a:gd name="T91" fmla="*/ 4824 h 4824"/>
              <a:gd name="T92" fmla="*/ 5343 w 6475"/>
              <a:gd name="T93" fmla="*/ 4824 h 4824"/>
              <a:gd name="T94" fmla="*/ 5343 w 6475"/>
              <a:gd name="T95" fmla="*/ 4277 h 4824"/>
              <a:gd name="T96" fmla="*/ 5343 w 6475"/>
              <a:gd name="T97" fmla="*/ 3730 h 4824"/>
              <a:gd name="T98" fmla="*/ 5891 w 6475"/>
              <a:gd name="T99" fmla="*/ 3730 h 4824"/>
              <a:gd name="T100" fmla="*/ 6440 w 6475"/>
              <a:gd name="T101" fmla="*/ 3730 h 4824"/>
              <a:gd name="T102" fmla="*/ 6440 w 6475"/>
              <a:gd name="T103" fmla="*/ 4277 h 4824"/>
              <a:gd name="T104" fmla="*/ 6440 w 6475"/>
              <a:gd name="T105" fmla="*/ 4824 h 4824"/>
              <a:gd name="T106" fmla="*/ 5891 w 6475"/>
              <a:gd name="T107" fmla="*/ 4824 h 4824"/>
              <a:gd name="T108" fmla="*/ 5343 w 6475"/>
              <a:gd name="T109" fmla="*/ 4824 h 4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75" h="4824">
                <a:moveTo>
                  <a:pt x="6475" y="1671"/>
                </a:moveTo>
                <a:lnTo>
                  <a:pt x="6332" y="2506"/>
                </a:lnTo>
                <a:lnTo>
                  <a:pt x="6191" y="3343"/>
                </a:lnTo>
                <a:lnTo>
                  <a:pt x="5547" y="3343"/>
                </a:lnTo>
                <a:lnTo>
                  <a:pt x="5428" y="2506"/>
                </a:lnTo>
                <a:lnTo>
                  <a:pt x="5309" y="1671"/>
                </a:lnTo>
                <a:lnTo>
                  <a:pt x="5309" y="835"/>
                </a:lnTo>
                <a:lnTo>
                  <a:pt x="5309" y="0"/>
                </a:lnTo>
                <a:lnTo>
                  <a:pt x="5892" y="0"/>
                </a:lnTo>
                <a:lnTo>
                  <a:pt x="6475" y="0"/>
                </a:lnTo>
                <a:lnTo>
                  <a:pt x="6475" y="835"/>
                </a:lnTo>
                <a:lnTo>
                  <a:pt x="6475" y="1671"/>
                </a:lnTo>
                <a:close/>
                <a:moveTo>
                  <a:pt x="3041" y="3007"/>
                </a:moveTo>
                <a:lnTo>
                  <a:pt x="2742" y="2147"/>
                </a:lnTo>
                <a:lnTo>
                  <a:pt x="2444" y="1289"/>
                </a:lnTo>
                <a:lnTo>
                  <a:pt x="2145" y="2147"/>
                </a:lnTo>
                <a:lnTo>
                  <a:pt x="1847" y="3007"/>
                </a:lnTo>
                <a:lnTo>
                  <a:pt x="2444" y="3007"/>
                </a:lnTo>
                <a:lnTo>
                  <a:pt x="3041" y="3007"/>
                </a:lnTo>
                <a:close/>
                <a:moveTo>
                  <a:pt x="4887" y="4824"/>
                </a:moveTo>
                <a:lnTo>
                  <a:pt x="4278" y="4824"/>
                </a:lnTo>
                <a:lnTo>
                  <a:pt x="3671" y="4824"/>
                </a:lnTo>
                <a:lnTo>
                  <a:pt x="3375" y="3971"/>
                </a:lnTo>
                <a:lnTo>
                  <a:pt x="2444" y="3971"/>
                </a:lnTo>
                <a:lnTo>
                  <a:pt x="1513" y="3971"/>
                </a:lnTo>
                <a:lnTo>
                  <a:pt x="1216" y="4824"/>
                </a:lnTo>
                <a:lnTo>
                  <a:pt x="607" y="4824"/>
                </a:lnTo>
                <a:lnTo>
                  <a:pt x="0" y="4824"/>
                </a:lnTo>
                <a:lnTo>
                  <a:pt x="214" y="4221"/>
                </a:lnTo>
                <a:lnTo>
                  <a:pt x="427" y="3618"/>
                </a:lnTo>
                <a:lnTo>
                  <a:pt x="641" y="3015"/>
                </a:lnTo>
                <a:lnTo>
                  <a:pt x="856" y="2412"/>
                </a:lnTo>
                <a:lnTo>
                  <a:pt x="1070" y="1809"/>
                </a:lnTo>
                <a:lnTo>
                  <a:pt x="1285" y="1206"/>
                </a:lnTo>
                <a:lnTo>
                  <a:pt x="1499" y="603"/>
                </a:lnTo>
                <a:lnTo>
                  <a:pt x="1714" y="0"/>
                </a:lnTo>
                <a:lnTo>
                  <a:pt x="2443" y="0"/>
                </a:lnTo>
                <a:lnTo>
                  <a:pt x="3173" y="0"/>
                </a:lnTo>
                <a:lnTo>
                  <a:pt x="3387" y="603"/>
                </a:lnTo>
                <a:lnTo>
                  <a:pt x="3601" y="1206"/>
                </a:lnTo>
                <a:lnTo>
                  <a:pt x="3814" y="1809"/>
                </a:lnTo>
                <a:lnTo>
                  <a:pt x="4029" y="2412"/>
                </a:lnTo>
                <a:lnTo>
                  <a:pt x="4243" y="3015"/>
                </a:lnTo>
                <a:lnTo>
                  <a:pt x="4458" y="3618"/>
                </a:lnTo>
                <a:lnTo>
                  <a:pt x="4672" y="4221"/>
                </a:lnTo>
                <a:lnTo>
                  <a:pt x="4887" y="4824"/>
                </a:lnTo>
                <a:close/>
                <a:moveTo>
                  <a:pt x="5343" y="4824"/>
                </a:moveTo>
                <a:lnTo>
                  <a:pt x="5343" y="4277"/>
                </a:lnTo>
                <a:lnTo>
                  <a:pt x="5343" y="3730"/>
                </a:lnTo>
                <a:lnTo>
                  <a:pt x="5891" y="3730"/>
                </a:lnTo>
                <a:lnTo>
                  <a:pt x="6440" y="3730"/>
                </a:lnTo>
                <a:lnTo>
                  <a:pt x="6440" y="4277"/>
                </a:lnTo>
                <a:lnTo>
                  <a:pt x="6440" y="4824"/>
                </a:lnTo>
                <a:lnTo>
                  <a:pt x="5891" y="4824"/>
                </a:lnTo>
                <a:lnTo>
                  <a:pt x="5343" y="48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Date Placeholder 1">
            <a:extLst>
              <a:ext uri="{FF2B5EF4-FFF2-40B4-BE49-F238E27FC236}">
                <a16:creationId xmlns:a16="http://schemas.microsoft.com/office/drawing/2014/main" id="{2F31311B-B039-888D-706C-C02FE1F80175}"/>
              </a:ext>
            </a:extLst>
          </p:cNvPr>
          <p:cNvSpPr>
            <a:spLocks noGrp="1"/>
          </p:cNvSpPr>
          <p:nvPr>
            <p:ph type="dt" sz="half" idx="14"/>
          </p:nvPr>
        </p:nvSpPr>
        <p:spPr/>
        <p:txBody>
          <a:bodyPr/>
          <a:lstStyle/>
          <a:p>
            <a:fld id="{725CAF6D-1016-4B8F-B423-2EFB8ABFBD35}" type="datetime1">
              <a:rPr lang="fi-FI" smtClean="0"/>
              <a:t>15.10.2026</a:t>
            </a:fld>
            <a:endParaRPr lang="fi-FI" dirty="0"/>
          </a:p>
        </p:txBody>
      </p:sp>
      <p:sp>
        <p:nvSpPr>
          <p:cNvPr id="4" name="Slide Number Placeholder 3">
            <a:extLst>
              <a:ext uri="{FF2B5EF4-FFF2-40B4-BE49-F238E27FC236}">
                <a16:creationId xmlns:a16="http://schemas.microsoft.com/office/drawing/2014/main" id="{22ED29A7-39F7-6678-ED5C-1BFC1DE83DE3}"/>
              </a:ext>
            </a:extLst>
          </p:cNvPr>
          <p:cNvSpPr>
            <a:spLocks noGrp="1"/>
          </p:cNvSpPr>
          <p:nvPr>
            <p:ph type="sldNum" sz="quarter" idx="16"/>
          </p:nvPr>
        </p:nvSpPr>
        <p:spPr/>
        <p:txBody>
          <a:bodyPr/>
          <a:lstStyle/>
          <a:p>
            <a:fld id="{D701140D-C14F-41CA-99FC-0EF83E8DA40A}" type="slidenum">
              <a:rPr lang="fi-FI" smtClean="0"/>
              <a:pPr/>
              <a:t>‹#›</a:t>
            </a:fld>
            <a:endParaRPr lang="fi-FI" dirty="0"/>
          </a:p>
        </p:txBody>
      </p:sp>
      <p:sp>
        <p:nvSpPr>
          <p:cNvPr id="7" name="TextBox 6">
            <a:extLst>
              <a:ext uri="{FF2B5EF4-FFF2-40B4-BE49-F238E27FC236}">
                <a16:creationId xmlns:a16="http://schemas.microsoft.com/office/drawing/2014/main" id="{A2C0BA38-FC88-57DB-9D5F-17BBFA1AD9C4}"/>
              </a:ext>
              <a:ext uri="{C183D7F6-B498-43B3-948B-1728B52AA6E4}">
                <adec:decorative xmlns:adec="http://schemas.microsoft.com/office/drawing/2017/decorative" val="1"/>
              </a:ext>
            </a:extLst>
          </p:cNvPr>
          <p:cNvSpPr txBox="1"/>
          <p:nvPr/>
        </p:nvSpPr>
        <p:spPr>
          <a:xfrm>
            <a:off x="6456040" y="2249172"/>
            <a:ext cx="1512168" cy="504000"/>
          </a:xfrm>
          <a:prstGeom prst="rect">
            <a:avLst/>
          </a:prstGeom>
          <a:noFill/>
        </p:spPr>
        <p:txBody>
          <a:bodyPr wrap="none" lIns="0" tIns="0" rIns="0" bIns="0" rtlCol="0" anchor="b" anchorCtr="0">
            <a:noAutofit/>
          </a:bodyPr>
          <a:lstStyle/>
          <a:p>
            <a:pPr algn="l"/>
            <a:r>
              <a:rPr lang="en-US" sz="3200" dirty="0">
                <a:latin typeface="+mj-lt"/>
              </a:rPr>
              <a:t>Kiitos</a:t>
            </a:r>
          </a:p>
        </p:txBody>
      </p:sp>
      <p:sp>
        <p:nvSpPr>
          <p:cNvPr id="8" name="TextBox 7">
            <a:hlinkClick r:id="rId2"/>
            <a:extLst>
              <a:ext uri="{FF2B5EF4-FFF2-40B4-BE49-F238E27FC236}">
                <a16:creationId xmlns:a16="http://schemas.microsoft.com/office/drawing/2014/main" id="{ED4DAA49-5117-79E7-369F-3E00EDCAAED8}"/>
              </a:ext>
              <a:ext uri="{C183D7F6-B498-43B3-948B-1728B52AA6E4}">
                <adec:decorative xmlns:adec="http://schemas.microsoft.com/office/drawing/2017/decorative" val="1"/>
              </a:ext>
            </a:extLst>
          </p:cNvPr>
          <p:cNvSpPr txBox="1"/>
          <p:nvPr/>
        </p:nvSpPr>
        <p:spPr>
          <a:xfrm>
            <a:off x="6456040" y="2769778"/>
            <a:ext cx="1438214" cy="443198"/>
          </a:xfrm>
          <a:prstGeom prst="rect">
            <a:avLst/>
          </a:prstGeom>
        </p:spPr>
        <p:txBody>
          <a:bodyPr vert="horz" wrap="square" lIns="0" tIns="0" rIns="0" bIns="0" rtlCol="0" anchor="t" anchorCtr="0">
            <a:spAutoFit/>
          </a:bodyPr>
          <a:lstStyle>
            <a:lvl1pPr lvl="0" indent="0">
              <a:lnSpc>
                <a:spcPct val="90000"/>
              </a:lnSpc>
              <a:spcBef>
                <a:spcPts val="800"/>
              </a:spcBef>
              <a:buFontTx/>
              <a:buNone/>
              <a:defRPr sz="3000" b="1" spc="-50" baseline="0">
                <a:latin typeface="+mj-lt"/>
              </a:defRPr>
            </a:lvl1pPr>
            <a:lvl2pPr marL="266700" indent="-266700">
              <a:lnSpc>
                <a:spcPct val="100000"/>
              </a:lnSpc>
              <a:spcBef>
                <a:spcPts val="800"/>
              </a:spcBef>
              <a:buFont typeface="Arial" panose="020B0604020202020204" pitchFamily="34" charset="0"/>
              <a:buChar char="•"/>
              <a:defRPr sz="2000"/>
            </a:lvl2pPr>
            <a:lvl3pPr marL="542925" indent="-276225">
              <a:lnSpc>
                <a:spcPct val="100000"/>
              </a:lnSpc>
              <a:spcBef>
                <a:spcPts val="800"/>
              </a:spcBef>
              <a:buFont typeface="Arial" panose="020B0604020202020204" pitchFamily="34" charset="0"/>
              <a:buChar char="•"/>
            </a:lvl3pPr>
            <a:lvl4pPr marL="809625" indent="-266700">
              <a:lnSpc>
                <a:spcPct val="100000"/>
              </a:lnSpc>
              <a:spcBef>
                <a:spcPts val="800"/>
              </a:spcBef>
              <a:buFont typeface="Arial" panose="020B0604020202020204" pitchFamily="34" charset="0"/>
              <a:buChar char="•"/>
            </a:lvl4pPr>
            <a:lvl5pPr marL="1076325" indent="-266700">
              <a:lnSpc>
                <a:spcPct val="100000"/>
              </a:lnSpc>
              <a:spcBef>
                <a:spcPts val="800"/>
              </a:spcBef>
              <a:buFont typeface="Arial" panose="020B0604020202020204" pitchFamily="34" charset="0"/>
              <a:buChar char="•"/>
            </a:lvl5pPr>
            <a:lvl6pPr marL="1343025" indent="-266700">
              <a:lnSpc>
                <a:spcPct val="100000"/>
              </a:lnSpc>
              <a:spcBef>
                <a:spcPts val="800"/>
              </a:spcBef>
              <a:buFont typeface="Arial" panose="020B0604020202020204" pitchFamily="34" charset="0"/>
              <a:buChar char="•"/>
            </a:lvl6pPr>
            <a:lvl7pPr marL="1619250" indent="-276225">
              <a:lnSpc>
                <a:spcPct val="100000"/>
              </a:lnSpc>
              <a:spcBef>
                <a:spcPts val="800"/>
              </a:spcBef>
              <a:buFont typeface="Arial" panose="020B0604020202020204" pitchFamily="34" charset="0"/>
              <a:buChar char="•"/>
            </a:lvl7pPr>
            <a:lvl8pPr marL="1885950" indent="-266700">
              <a:lnSpc>
                <a:spcPct val="100000"/>
              </a:lnSpc>
              <a:spcBef>
                <a:spcPts val="800"/>
              </a:spcBef>
              <a:buFont typeface="Arial" panose="020B0604020202020204" pitchFamily="34" charset="0"/>
              <a:buChar char="•"/>
            </a:lvl8pPr>
            <a:lvl9pPr marL="2152650" indent="-266700">
              <a:lnSpc>
                <a:spcPct val="100000"/>
              </a:lnSpc>
              <a:spcBef>
                <a:spcPts val="800"/>
              </a:spcBef>
              <a:buFont typeface="Arial" panose="020B0604020202020204" pitchFamily="34" charset="0"/>
              <a:buChar char="•"/>
            </a:lvl9pPr>
          </a:lstStyle>
          <a:p>
            <a:pPr lvl="0"/>
            <a:r>
              <a:rPr lang="en-GB" sz="3200" dirty="0"/>
              <a:t>aalto.fi</a:t>
            </a:r>
          </a:p>
        </p:txBody>
      </p:sp>
      <p:cxnSp>
        <p:nvCxnSpPr>
          <p:cNvPr id="9" name="Straight Connector 8">
            <a:extLst>
              <a:ext uri="{FF2B5EF4-FFF2-40B4-BE49-F238E27FC236}">
                <a16:creationId xmlns:a16="http://schemas.microsoft.com/office/drawing/2014/main" id="{83DCA95A-EFB3-A3D7-88E6-2D13DAC91375}"/>
              </a:ext>
              <a:ext uri="{C183D7F6-B498-43B3-948B-1728B52AA6E4}">
                <adec:decorative xmlns:adec="http://schemas.microsoft.com/office/drawing/2017/decorative" val="1"/>
              </a:ext>
            </a:extLst>
          </p:cNvPr>
          <p:cNvCxnSpPr>
            <a:cxnSpLocks/>
          </p:cNvCxnSpPr>
          <p:nvPr/>
        </p:nvCxnSpPr>
        <p:spPr>
          <a:xfrm>
            <a:off x="6448576" y="2004866"/>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0CF9B49D-2A0C-2616-04AB-10F0CA3E88F7}"/>
              </a:ext>
            </a:extLst>
          </p:cNvPr>
          <p:cNvSpPr>
            <a:spLocks noGrp="1"/>
          </p:cNvSpPr>
          <p:nvPr>
            <p:ph type="ftr" sz="quarter" idx="15"/>
          </p:nvPr>
        </p:nvSpPr>
        <p:spPr>
          <a:xfrm>
            <a:off x="6456040" y="6309320"/>
            <a:ext cx="3744416" cy="144016"/>
          </a:xfrm>
        </p:spPr>
        <p:txBody>
          <a:bodyPr/>
          <a:lstStyle/>
          <a:p>
            <a:endParaRPr lang="fi-FI" dirty="0"/>
          </a:p>
        </p:txBody>
      </p:sp>
    </p:spTree>
    <p:extLst>
      <p:ext uri="{BB962C8B-B14F-4D97-AF65-F5344CB8AC3E}">
        <p14:creationId xmlns:p14="http://schemas.microsoft.com/office/powerpoint/2010/main" val="3942050793"/>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theme" Target="../theme/theme2.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46.xml"/><Relationship Id="rId7" Type="http://schemas.openxmlformats.org/officeDocument/2006/relationships/image" Target="../media/image1.png"/><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theme" Target="../theme/theme3.xml"/><Relationship Id="rId5" Type="http://schemas.openxmlformats.org/officeDocument/2006/relationships/slideLayout" Target="../slideLayouts/slideLayout48.xml"/><Relationship Id="rId4" Type="http://schemas.openxmlformats.org/officeDocument/2006/relationships/slideLayout" Target="../slideLayouts/slideLayout4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image" Target="../media/image1.png"/><Relationship Id="rId2" Type="http://schemas.openxmlformats.org/officeDocument/2006/relationships/slideLayout" Target="../slideLayouts/slideLayout50.xml"/><Relationship Id="rId16" Type="http://schemas.openxmlformats.org/officeDocument/2006/relationships/theme" Target="../theme/theme4.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image" Target="../media/image1.png"/><Relationship Id="rId5" Type="http://schemas.openxmlformats.org/officeDocument/2006/relationships/slideLayout" Target="../slideLayouts/slideLayout68.xml"/><Relationship Id="rId10" Type="http://schemas.openxmlformats.org/officeDocument/2006/relationships/theme" Target="../theme/theme5.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75.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image" Target="../media/image1.png"/><Relationship Id="rId5" Type="http://schemas.openxmlformats.org/officeDocument/2006/relationships/theme" Target="../theme/theme6.xml"/><Relationship Id="rId4"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dirty="0"/>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fld id="{85901988-9E68-44DC-AA5D-396DCAB59566}" type="datetime1">
              <a:rPr lang="fi-FI" smtClean="0"/>
              <a:t>15.10.2026</a:t>
            </a:fld>
            <a:endParaRPr lang="fi-FI" dirty="0"/>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endParaRPr lang="fi-FI" dirty="0"/>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dirty="0"/>
          </a:p>
        </p:txBody>
      </p:sp>
      <p:sp>
        <p:nvSpPr>
          <p:cNvPr id="13" name="Freeform 5">
            <a:extLst>
              <a:ext uri="{FF2B5EF4-FFF2-40B4-BE49-F238E27FC236}">
                <a16:creationId xmlns:a16="http://schemas.microsoft.com/office/drawing/2014/main" id="{5C5E2C33-AA03-78AB-8665-63E23F2C35E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2129922"/>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4068" r:id="rId7"/>
    <p:sldLayoutId id="2147484069" r:id="rId8"/>
    <p:sldLayoutId id="2147483898" r:id="rId9"/>
    <p:sldLayoutId id="2147483899" r:id="rId10"/>
    <p:sldLayoutId id="2147483900" r:id="rId11"/>
    <p:sldLayoutId id="2147483901" r:id="rId12"/>
    <p:sldLayoutId id="2147483902" r:id="rId13"/>
    <p:sldLayoutId id="2147483903" r:id="rId14"/>
    <p:sldLayoutId id="2147483904" r:id="rId15"/>
    <p:sldLayoutId id="2147483905" r:id="rId16"/>
    <p:sldLayoutId id="2147483906" r:id="rId17"/>
    <p:sldLayoutId id="2147483907" r:id="rId18"/>
    <p:sldLayoutId id="2147484076" r:id="rId19"/>
    <p:sldLayoutId id="2147484077" r:id="rId20"/>
    <p:sldLayoutId id="2147484078" r:id="rId21"/>
    <p:sldLayoutId id="2147484075" r:id="rId22"/>
    <p:sldLayoutId id="2147484079" r:id="rId23"/>
  </p:sldLayoutIdLst>
  <p:hf hdr="0" ft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dirty="0"/>
              <a:t>Click to edit Master title style</a:t>
            </a:r>
            <a:endParaRPr lang="fi-FI" dirty="0"/>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fld id="{DE3242FC-DAF7-4E05-8C27-30B840DFDDCF}" type="datetime1">
              <a:rPr lang="fi-FI" smtClean="0"/>
              <a:t>15.10.2026</a:t>
            </a:fld>
            <a:endParaRPr lang="fi-FI" dirty="0"/>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endParaRPr lang="fi-FI" dirty="0"/>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dirty="0"/>
          </a:p>
        </p:txBody>
      </p:sp>
      <p:sp>
        <p:nvSpPr>
          <p:cNvPr id="13" name="Freeform 5">
            <a:extLst>
              <a:ext uri="{FF2B5EF4-FFF2-40B4-BE49-F238E27FC236}">
                <a16:creationId xmlns:a16="http://schemas.microsoft.com/office/drawing/2014/main" id="{5C5E2C33-AA03-78AB-8665-63E23F2C35E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713417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5" r:id="rId11"/>
    <p:sldLayoutId id="2147483786" r:id="rId12"/>
    <p:sldLayoutId id="2147483787" r:id="rId13"/>
    <p:sldLayoutId id="2147483788" r:id="rId14"/>
    <p:sldLayoutId id="2147483789" r:id="rId15"/>
    <p:sldLayoutId id="2147483790" r:id="rId16"/>
    <p:sldLayoutId id="2147483791" r:id="rId17"/>
    <p:sldLayoutId id="2147483792" r:id="rId18"/>
    <p:sldLayoutId id="2147483793" r:id="rId19"/>
    <p:sldLayoutId id="2147483794" r:id="rId20"/>
  </p:sldLayoutIdLst>
  <p:hf hdr="0" ft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dirty="0"/>
              <a:t>Click to edit Master title style</a:t>
            </a:r>
            <a:endParaRPr lang="fi-FI" dirty="0"/>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fld id="{B49B4554-3C07-45D0-9633-89CA88DFF836}" type="datetime1">
              <a:rPr lang="fi-FI" smtClean="0"/>
              <a:t>15.10.2026</a:t>
            </a:fld>
            <a:endParaRPr lang="fi-FI" dirty="0"/>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endParaRPr lang="fi-FI" dirty="0"/>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dirty="0"/>
          </a:p>
        </p:txBody>
      </p:sp>
      <p:sp>
        <p:nvSpPr>
          <p:cNvPr id="13" name="Freeform 5">
            <a:extLst>
              <a:ext uri="{FF2B5EF4-FFF2-40B4-BE49-F238E27FC236}">
                <a16:creationId xmlns:a16="http://schemas.microsoft.com/office/drawing/2014/main" id="{5C5E2C33-AA03-78AB-8665-63E23F2C35E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709803"/>
      </p:ext>
    </p:extLst>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Lst>
  <p:hf hdr="0" ft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dirty="0"/>
              <a:t>Click to edit Master title style</a:t>
            </a:r>
            <a:endParaRPr lang="fi-FI" dirty="0"/>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fld id="{FE953895-CC21-4E4D-8C64-29B743FA0FFB}" type="datetime1">
              <a:rPr lang="fi-FI" smtClean="0"/>
              <a:t>15.10.2026</a:t>
            </a:fld>
            <a:endParaRPr lang="fi-FI" dirty="0"/>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endParaRPr lang="fi-FI" dirty="0"/>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dirty="0"/>
          </a:p>
        </p:txBody>
      </p:sp>
      <p:sp>
        <p:nvSpPr>
          <p:cNvPr id="13" name="Freeform 5">
            <a:extLst>
              <a:ext uri="{FF2B5EF4-FFF2-40B4-BE49-F238E27FC236}">
                <a16:creationId xmlns:a16="http://schemas.microsoft.com/office/drawing/2014/main" id="{5C5E2C33-AA03-78AB-8665-63E23F2C35E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7195271"/>
      </p:ext>
    </p:extLst>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 id="2147483998" r:id="rId12"/>
    <p:sldLayoutId id="2147483999" r:id="rId13"/>
    <p:sldLayoutId id="2147484000" r:id="rId14"/>
    <p:sldLayoutId id="2147484001" r:id="rId15"/>
  </p:sldLayoutIdLst>
  <p:hf hdr="0" ft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dirty="0"/>
              <a:t>Click to edit Master title style</a:t>
            </a:r>
            <a:endParaRPr lang="fi-FI" dirty="0"/>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fld id="{2EDE175C-1A43-4C11-8530-58DBFCF29D1E}" type="datetime1">
              <a:rPr lang="fi-FI" smtClean="0"/>
              <a:t>15.10.2026</a:t>
            </a:fld>
            <a:endParaRPr lang="fi-FI" dirty="0"/>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endParaRPr lang="fi-FI" dirty="0"/>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dirty="0"/>
          </a:p>
        </p:txBody>
      </p:sp>
      <p:sp>
        <p:nvSpPr>
          <p:cNvPr id="13" name="Freeform 5">
            <a:extLst>
              <a:ext uri="{FF2B5EF4-FFF2-40B4-BE49-F238E27FC236}">
                <a16:creationId xmlns:a16="http://schemas.microsoft.com/office/drawing/2014/main" id="{5C5E2C33-AA03-78AB-8665-63E23F2C35E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623492"/>
      </p:ext>
    </p:extLst>
  </p:cSld>
  <p:clrMap bg1="lt1" tx1="dk1" bg2="lt2" tx2="dk2" accent1="accent1" accent2="accent2" accent3="accent3" accent4="accent4" accent5="accent5" accent6="accent6" hlink="hlink" folHlink="folHlink"/>
  <p:sldLayoutIdLst>
    <p:sldLayoutId id="2147484044" r:id="rId1"/>
    <p:sldLayoutId id="2147484071" r:id="rId2"/>
    <p:sldLayoutId id="2147484072" r:id="rId3"/>
    <p:sldLayoutId id="2147484073" r:id="rId4"/>
    <p:sldLayoutId id="2147484074" r:id="rId5"/>
    <p:sldLayoutId id="2147484064" r:id="rId6"/>
    <p:sldLayoutId id="2147484065" r:id="rId7"/>
    <p:sldLayoutId id="2147484066" r:id="rId8"/>
    <p:sldLayoutId id="2147484067" r:id="rId9"/>
  </p:sldLayoutIdLst>
  <p:hf hdr="0" ft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dirty="0"/>
              <a:t>Click to edit Master title style</a:t>
            </a:r>
            <a:endParaRPr lang="fi-FI" dirty="0"/>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fi-FI" dirty="0"/>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fld id="{2CE1EE34-BDA5-4457-AC6A-D23E1D6D819A}" type="datetime1">
              <a:rPr lang="fi-FI" smtClean="0"/>
              <a:t>15.10.2026</a:t>
            </a:fld>
            <a:endParaRPr lang="fi-FI" dirty="0"/>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endParaRPr lang="fi-FI" dirty="0"/>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dirty="0"/>
          </a:p>
        </p:txBody>
      </p:sp>
      <p:sp>
        <p:nvSpPr>
          <p:cNvPr id="13" name="Freeform 5">
            <a:extLst>
              <a:ext uri="{FF2B5EF4-FFF2-40B4-BE49-F238E27FC236}">
                <a16:creationId xmlns:a16="http://schemas.microsoft.com/office/drawing/2014/main" id="{5C5E2C33-AA03-78AB-8665-63E23F2C35E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130185"/>
      </p:ext>
    </p:extLst>
  </p:cSld>
  <p:clrMap bg1="lt1" tx1="dk1" bg2="lt2" tx2="dk2" accent1="accent1" accent2="accent2" accent3="accent3" accent4="accent4" accent5="accent5" accent6="accent6" hlink="hlink" folHlink="folHlink"/>
  <p:sldLayoutIdLst>
    <p:sldLayoutId id="2147484070" r:id="rId1"/>
    <p:sldLayoutId id="2147483888" r:id="rId2"/>
    <p:sldLayoutId id="2147483889" r:id="rId3"/>
    <p:sldLayoutId id="2147483890" r:id="rId4"/>
  </p:sldLayoutIdLst>
  <p:hf hdr="0" ft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hyperlink" Target="https://www.saavutettavasti.fi/saavutettavat-asiakirjat/powerpoint/" TargetMode="External"/><Relationship Id="rId2" Type="http://schemas.openxmlformats.org/officeDocument/2006/relationships/notesSlide" Target="../notesSlides/notesSlide2.xml"/><Relationship Id="rId1" Type="http://schemas.openxmlformats.org/officeDocument/2006/relationships/slideLayout" Target="../slideLayouts/slideLayout39.xml"/><Relationship Id="rId4" Type="http://schemas.openxmlformats.org/officeDocument/2006/relationships/hyperlink" Target="https://support.microsoft.com/en-us/office/make-your-powerpoint-presentations-accessible-to-people-with-disabilities-6f7772b2-2f33-4bd2-8ca7-dae3b2b3ef25" TargetMode="Externa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206DF6F-AFE0-3008-AB3A-CC32E6D8DC57}"/>
              </a:ext>
            </a:extLst>
          </p:cNvPr>
          <p:cNvSpPr>
            <a:spLocks noGrp="1"/>
          </p:cNvSpPr>
          <p:nvPr>
            <p:ph type="ctrTitle"/>
          </p:nvPr>
        </p:nvSpPr>
        <p:spPr/>
        <p:txBody>
          <a:bodyPr/>
          <a:lstStyle/>
          <a:p>
            <a:r>
              <a:rPr lang="en-US" dirty="0"/>
              <a:t>Title</a:t>
            </a:r>
          </a:p>
        </p:txBody>
      </p:sp>
      <p:sp>
        <p:nvSpPr>
          <p:cNvPr id="13" name="Subtitle 12">
            <a:extLst>
              <a:ext uri="{FF2B5EF4-FFF2-40B4-BE49-F238E27FC236}">
                <a16:creationId xmlns:a16="http://schemas.microsoft.com/office/drawing/2014/main" id="{3D4032A6-CEF6-4A63-51A1-D29565ABC155}"/>
              </a:ext>
            </a:extLst>
          </p:cNvPr>
          <p:cNvSpPr>
            <a:spLocks noGrp="1"/>
          </p:cNvSpPr>
          <p:nvPr>
            <p:ph type="subTitle" idx="1"/>
          </p:nvPr>
        </p:nvSpPr>
        <p:spPr/>
        <p:txBody>
          <a:bodyPr/>
          <a:lstStyle/>
          <a:p>
            <a:r>
              <a:rPr lang="en-US" dirty="0"/>
              <a:t>Subtitle</a:t>
            </a:r>
          </a:p>
        </p:txBody>
      </p:sp>
      <p:sp>
        <p:nvSpPr>
          <p:cNvPr id="4" name="Date Placeholder 3">
            <a:extLst>
              <a:ext uri="{FF2B5EF4-FFF2-40B4-BE49-F238E27FC236}">
                <a16:creationId xmlns:a16="http://schemas.microsoft.com/office/drawing/2014/main" id="{0E9225B8-C2F4-BA0B-8EA7-44C9D96F6368}"/>
              </a:ext>
            </a:extLst>
          </p:cNvPr>
          <p:cNvSpPr>
            <a:spLocks noGrp="1"/>
          </p:cNvSpPr>
          <p:nvPr>
            <p:ph type="dt" sz="half" idx="10"/>
          </p:nvPr>
        </p:nvSpPr>
        <p:spPr>
          <a:xfrm>
            <a:off x="10200456" y="6309320"/>
            <a:ext cx="1152128" cy="143868"/>
          </a:xfrm>
        </p:spPr>
        <p:txBody>
          <a:bodyPr/>
          <a:lstStyle/>
          <a:p>
            <a:fld id="{9513B716-7DD5-49C7-9B89-84A5EEFD8FE5}" type="datetime1">
              <a:rPr lang="fi-FI" smtClean="0"/>
              <a:t>15.10.2026</a:t>
            </a:fld>
            <a:endParaRPr lang="fi-FI" dirty="0"/>
          </a:p>
        </p:txBody>
      </p:sp>
      <p:sp>
        <p:nvSpPr>
          <p:cNvPr id="6" name="Slide Number Placeholder 5">
            <a:extLst>
              <a:ext uri="{FF2B5EF4-FFF2-40B4-BE49-F238E27FC236}">
                <a16:creationId xmlns:a16="http://schemas.microsoft.com/office/drawing/2014/main" id="{B34FB7AF-611D-A911-E047-2F3A5822C264}"/>
              </a:ext>
            </a:extLst>
          </p:cNvPr>
          <p:cNvSpPr>
            <a:spLocks noGrp="1"/>
          </p:cNvSpPr>
          <p:nvPr>
            <p:ph type="sldNum" sz="quarter" idx="12"/>
          </p:nvPr>
        </p:nvSpPr>
        <p:spPr>
          <a:xfrm>
            <a:off x="11352584" y="6309320"/>
            <a:ext cx="431428" cy="143869"/>
          </a:xfrm>
        </p:spPr>
        <p:txBody>
          <a:bodyPr/>
          <a:lstStyle/>
          <a:p>
            <a:fld id="{D701140D-C14F-41CA-99FC-0EF83E8DA40A}" type="slidenum">
              <a:rPr lang="fi-FI" smtClean="0"/>
              <a:pPr/>
              <a:t>1</a:t>
            </a:fld>
            <a:endParaRPr lang="fi-FI" dirty="0"/>
          </a:p>
        </p:txBody>
      </p:sp>
      <p:sp>
        <p:nvSpPr>
          <p:cNvPr id="14" name="Text Placeholder 13">
            <a:extLst>
              <a:ext uri="{FF2B5EF4-FFF2-40B4-BE49-F238E27FC236}">
                <a16:creationId xmlns:a16="http://schemas.microsoft.com/office/drawing/2014/main" id="{3C2E7530-E423-46A5-50F1-FD6A2DF5EFA5}"/>
              </a:ext>
            </a:extLst>
          </p:cNvPr>
          <p:cNvSpPr>
            <a:spLocks noGrp="1"/>
          </p:cNvSpPr>
          <p:nvPr>
            <p:ph type="body" sz="quarter" idx="13"/>
          </p:nvPr>
        </p:nvSpPr>
        <p:spPr/>
        <p:txBody>
          <a:bodyPr/>
          <a:lstStyle/>
          <a:p>
            <a:r>
              <a:rPr lang="en-US" dirty="0"/>
              <a:t>Presenter name</a:t>
            </a:r>
          </a:p>
        </p:txBody>
      </p:sp>
    </p:spTree>
    <p:extLst>
      <p:ext uri="{BB962C8B-B14F-4D97-AF65-F5344CB8AC3E}">
        <p14:creationId xmlns:p14="http://schemas.microsoft.com/office/powerpoint/2010/main" val="3282787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1A74D-BF41-31C8-294B-5A2980176FA1}"/>
              </a:ext>
            </a:extLst>
          </p:cNvPr>
          <p:cNvSpPr>
            <a:spLocks noGrp="1"/>
          </p:cNvSpPr>
          <p:nvPr>
            <p:ph type="title"/>
          </p:nvPr>
        </p:nvSpPr>
        <p:spPr/>
        <p:txBody>
          <a:bodyPr/>
          <a:lstStyle/>
          <a:p>
            <a:r>
              <a:rPr lang="en-US" dirty="0"/>
              <a:t>How to create</a:t>
            </a:r>
            <a:br>
              <a:rPr lang="en-US" dirty="0"/>
            </a:br>
            <a:r>
              <a:rPr lang="en-US" dirty="0"/>
              <a:t>a new page</a:t>
            </a:r>
            <a:br>
              <a:rPr lang="en-US" dirty="0"/>
            </a:br>
            <a:endParaRPr lang="en-GB" dirty="0"/>
          </a:p>
        </p:txBody>
      </p:sp>
      <p:sp>
        <p:nvSpPr>
          <p:cNvPr id="8" name="Date Placeholder 7">
            <a:extLst>
              <a:ext uri="{FF2B5EF4-FFF2-40B4-BE49-F238E27FC236}">
                <a16:creationId xmlns:a16="http://schemas.microsoft.com/office/drawing/2014/main" id="{867849D2-19A4-BF72-28F6-FF98B80C932B}"/>
              </a:ext>
            </a:extLst>
          </p:cNvPr>
          <p:cNvSpPr>
            <a:spLocks noGrp="1"/>
          </p:cNvSpPr>
          <p:nvPr>
            <p:ph type="dt" sz="half" idx="10"/>
          </p:nvPr>
        </p:nvSpPr>
        <p:spPr/>
        <p:txBody>
          <a:bodyPr/>
          <a:lstStyle/>
          <a:p>
            <a:fld id="{95922E1B-2C08-419E-A134-B01AF4C1D9C8}" type="datetime1">
              <a:rPr lang="fi-FI" smtClean="0"/>
              <a:t>15.10.2026</a:t>
            </a:fld>
            <a:endParaRPr lang="fi-FI"/>
          </a:p>
        </p:txBody>
      </p:sp>
      <p:sp>
        <p:nvSpPr>
          <p:cNvPr id="3" name="Slide Number Placeholder 2">
            <a:extLst>
              <a:ext uri="{FF2B5EF4-FFF2-40B4-BE49-F238E27FC236}">
                <a16:creationId xmlns:a16="http://schemas.microsoft.com/office/drawing/2014/main" id="{4A700F67-B8CC-36EC-483E-3F0A3F581778}"/>
              </a:ext>
            </a:extLst>
          </p:cNvPr>
          <p:cNvSpPr>
            <a:spLocks noGrp="1"/>
          </p:cNvSpPr>
          <p:nvPr>
            <p:ph type="sldNum" sz="quarter" idx="12"/>
          </p:nvPr>
        </p:nvSpPr>
        <p:spPr/>
        <p:txBody>
          <a:bodyPr/>
          <a:lstStyle/>
          <a:p>
            <a:fld id="{D701140D-C14F-41CA-99FC-0EF83E8DA40A}" type="slidenum">
              <a:rPr lang="fi-FI" smtClean="0"/>
              <a:pPr/>
              <a:t>2</a:t>
            </a:fld>
            <a:endParaRPr lang="fi-FI"/>
          </a:p>
        </p:txBody>
      </p:sp>
      <p:sp>
        <p:nvSpPr>
          <p:cNvPr id="4" name="Text Placeholder 3">
            <a:extLst>
              <a:ext uri="{FF2B5EF4-FFF2-40B4-BE49-F238E27FC236}">
                <a16:creationId xmlns:a16="http://schemas.microsoft.com/office/drawing/2014/main" id="{6A1FE08F-A94A-C5E2-3BC3-56E61A7F4CF7}"/>
              </a:ext>
            </a:extLst>
          </p:cNvPr>
          <p:cNvSpPr>
            <a:spLocks noGrp="1"/>
          </p:cNvSpPr>
          <p:nvPr>
            <p:ph type="body" sz="quarter" idx="13"/>
          </p:nvPr>
        </p:nvSpPr>
        <p:spPr/>
        <p:txBody>
          <a:bodyPr/>
          <a:lstStyle/>
          <a:p>
            <a:r>
              <a:rPr lang="en-US" sz="2000" dirty="0"/>
              <a:t>Choose </a:t>
            </a:r>
            <a:r>
              <a:rPr lang="en-US" sz="2000" b="1" dirty="0"/>
              <a:t>“Home / New slide" </a:t>
            </a:r>
            <a:br>
              <a:rPr lang="en-US" sz="2000" dirty="0"/>
            </a:br>
            <a:r>
              <a:rPr lang="en-US" sz="2000" dirty="0"/>
              <a:t>to open a menu of the theme layouts. </a:t>
            </a:r>
          </a:p>
          <a:p>
            <a:r>
              <a:rPr lang="en-US" sz="2000" dirty="0"/>
              <a:t>Once the new slide has been added,</a:t>
            </a:r>
            <a:br>
              <a:rPr lang="en-US" sz="2000" dirty="0"/>
            </a:br>
            <a:r>
              <a:rPr lang="en-US" sz="2000" dirty="0"/>
              <a:t>you can change the layout by choosing</a:t>
            </a:r>
            <a:br>
              <a:rPr lang="en-US" sz="2000" dirty="0"/>
            </a:br>
            <a:r>
              <a:rPr lang="en-US" sz="2000" b="1" dirty="0"/>
              <a:t>“Home / Layout”.</a:t>
            </a:r>
          </a:p>
          <a:p>
            <a:r>
              <a:rPr lang="en-US" sz="2000" dirty="0"/>
              <a:t>For Finnish and more instructions, </a:t>
            </a:r>
            <a:br>
              <a:rPr lang="en-US" sz="2000" dirty="0"/>
            </a:br>
            <a:r>
              <a:rPr lang="en-US" sz="2000" dirty="0"/>
              <a:t>see the notes to this slide.</a:t>
            </a:r>
          </a:p>
          <a:p>
            <a:endParaRPr lang="en-GB" sz="2000" dirty="0"/>
          </a:p>
        </p:txBody>
      </p:sp>
      <p:pic>
        <p:nvPicPr>
          <p:cNvPr id="6" name="Picture 5">
            <a:extLst>
              <a:ext uri="{FF2B5EF4-FFF2-40B4-BE49-F238E27FC236}">
                <a16:creationId xmlns:a16="http://schemas.microsoft.com/office/drawing/2014/main" id="{CFAA7E56-6953-3483-F3E5-B99A781FC6A5}"/>
              </a:ext>
            </a:extLst>
          </p:cNvPr>
          <p:cNvPicPr>
            <a:picLocks noChangeAspect="1"/>
          </p:cNvPicPr>
          <p:nvPr/>
        </p:nvPicPr>
        <p:blipFill rotWithShape="1">
          <a:blip r:embed="rId3"/>
          <a:srcRect l="31825" t="23226" r="60417" b="52893"/>
          <a:stretch/>
        </p:blipFill>
        <p:spPr>
          <a:xfrm>
            <a:off x="6510684" y="1851582"/>
            <a:ext cx="4625629" cy="4025690"/>
          </a:xfrm>
          <a:prstGeom prst="rect">
            <a:avLst/>
          </a:prstGeom>
        </p:spPr>
      </p:pic>
    </p:spTree>
    <p:extLst>
      <p:ext uri="{BB962C8B-B14F-4D97-AF65-F5344CB8AC3E}">
        <p14:creationId xmlns:p14="http://schemas.microsoft.com/office/powerpoint/2010/main" val="4155519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91208-7A8F-6467-06D1-C7ECAD615D68}"/>
              </a:ext>
            </a:extLst>
          </p:cNvPr>
          <p:cNvSpPr>
            <a:spLocks noGrp="1"/>
          </p:cNvSpPr>
          <p:nvPr>
            <p:ph type="title"/>
          </p:nvPr>
        </p:nvSpPr>
        <p:spPr/>
        <p:txBody>
          <a:bodyPr/>
          <a:lstStyle/>
          <a:p>
            <a:r>
              <a:rPr lang="en" dirty="0"/>
              <a:t>Accessibility of presentations</a:t>
            </a:r>
            <a:br>
              <a:rPr lang="en" dirty="0"/>
            </a:br>
            <a:endParaRPr lang="en-GB" dirty="0"/>
          </a:p>
        </p:txBody>
      </p:sp>
      <p:sp>
        <p:nvSpPr>
          <p:cNvPr id="4" name="Text Placeholder 3">
            <a:extLst>
              <a:ext uri="{FF2B5EF4-FFF2-40B4-BE49-F238E27FC236}">
                <a16:creationId xmlns:a16="http://schemas.microsoft.com/office/drawing/2014/main" id="{63FFC870-715D-58F7-D908-71A8E058C512}"/>
              </a:ext>
            </a:extLst>
          </p:cNvPr>
          <p:cNvSpPr>
            <a:spLocks noGrp="1"/>
          </p:cNvSpPr>
          <p:nvPr>
            <p:ph sz="half" idx="1"/>
          </p:nvPr>
        </p:nvSpPr>
        <p:spPr/>
        <p:txBody>
          <a:bodyPr/>
          <a:lstStyle/>
          <a:p>
            <a:r>
              <a:rPr lang="en" b="1" dirty="0"/>
              <a:t>The goal has been to</a:t>
            </a:r>
            <a:br>
              <a:rPr lang="en" b="1" dirty="0"/>
            </a:br>
            <a:r>
              <a:rPr lang="en" b="1" dirty="0"/>
              <a:t>take accessibility requirements into account in the layout</a:t>
            </a:r>
            <a:br>
              <a:rPr lang="en" b="1" dirty="0"/>
            </a:br>
            <a:r>
              <a:rPr lang="en" b="1" dirty="0"/>
              <a:t>of the PowerPoint template, but if you</a:t>
            </a:r>
            <a:br>
              <a:rPr lang="en" b="1" dirty="0"/>
            </a:br>
            <a:r>
              <a:rPr lang="en" b="1" dirty="0"/>
              <a:t>share your PowerPoint presentation online, check the following</a:t>
            </a:r>
          </a:p>
          <a:p>
            <a:endParaRPr lang="en-GB" dirty="0"/>
          </a:p>
        </p:txBody>
      </p:sp>
      <p:sp>
        <p:nvSpPr>
          <p:cNvPr id="5" name="Content Placeholder 4">
            <a:extLst>
              <a:ext uri="{FF2B5EF4-FFF2-40B4-BE49-F238E27FC236}">
                <a16:creationId xmlns:a16="http://schemas.microsoft.com/office/drawing/2014/main" id="{710C29ED-BD8B-65DC-522F-05B73C6D6C72}"/>
              </a:ext>
            </a:extLst>
          </p:cNvPr>
          <p:cNvSpPr>
            <a:spLocks noGrp="1"/>
          </p:cNvSpPr>
          <p:nvPr>
            <p:ph sz="half" idx="2"/>
          </p:nvPr>
        </p:nvSpPr>
        <p:spPr/>
        <p:txBody>
          <a:bodyPr/>
          <a:lstStyle/>
          <a:p>
            <a:pPr lvl="1"/>
            <a:r>
              <a:rPr lang="en" sz="1400" dirty="0"/>
              <a:t>Give the file a clear name:</a:t>
            </a:r>
            <a:br>
              <a:rPr lang="en" sz="1400" dirty="0"/>
            </a:br>
            <a:r>
              <a:rPr lang="en" sz="1400" dirty="0"/>
              <a:t>the file name describes briefly what the presentation is about; also add</a:t>
            </a:r>
            <a:br>
              <a:rPr lang="en" sz="1400" dirty="0"/>
            </a:br>
            <a:r>
              <a:rPr lang="en" sz="1400" dirty="0"/>
              <a:t>a heading to the representation</a:t>
            </a:r>
          </a:p>
          <a:p>
            <a:pPr lvl="1"/>
            <a:r>
              <a:rPr lang="en" sz="1400" dirty="0"/>
              <a:t>Add an alternative text (alt text)</a:t>
            </a:r>
            <a:br>
              <a:rPr lang="en" sz="1400" dirty="0"/>
            </a:br>
            <a:r>
              <a:rPr lang="en" sz="1400" dirty="0"/>
              <a:t>to pictures</a:t>
            </a:r>
          </a:p>
          <a:p>
            <a:pPr lvl="1"/>
            <a:r>
              <a:rPr lang="en" sz="1400" dirty="0"/>
              <a:t>Give descriptive visible text for links</a:t>
            </a:r>
          </a:p>
          <a:p>
            <a:pPr lvl="1"/>
            <a:r>
              <a:rPr lang="en" sz="1400" dirty="0"/>
              <a:t>Check the reading order</a:t>
            </a:r>
          </a:p>
          <a:p>
            <a:pPr lvl="1"/>
            <a:r>
              <a:rPr lang="en" sz="1400" dirty="0"/>
              <a:t>Check accessibility</a:t>
            </a:r>
          </a:p>
          <a:p>
            <a:endParaRPr lang="en-GB" sz="1600" dirty="0"/>
          </a:p>
        </p:txBody>
      </p:sp>
      <p:sp>
        <p:nvSpPr>
          <p:cNvPr id="13" name="Date Placeholder 12">
            <a:extLst>
              <a:ext uri="{FF2B5EF4-FFF2-40B4-BE49-F238E27FC236}">
                <a16:creationId xmlns:a16="http://schemas.microsoft.com/office/drawing/2014/main" id="{072FBF39-E172-B7C0-310F-74D5356459D8}"/>
              </a:ext>
            </a:extLst>
          </p:cNvPr>
          <p:cNvSpPr>
            <a:spLocks noGrp="1"/>
          </p:cNvSpPr>
          <p:nvPr>
            <p:ph type="dt" sz="half" idx="10"/>
          </p:nvPr>
        </p:nvSpPr>
        <p:spPr/>
        <p:txBody>
          <a:bodyPr/>
          <a:lstStyle/>
          <a:p>
            <a:fld id="{F86EAC0F-7765-4356-B54E-A4011F8F08F6}" type="datetime1">
              <a:rPr lang="fi-FI" smtClean="0"/>
              <a:t>15.10.2026</a:t>
            </a:fld>
            <a:endParaRPr lang="fi-FI"/>
          </a:p>
        </p:txBody>
      </p:sp>
      <p:sp>
        <p:nvSpPr>
          <p:cNvPr id="3" name="Slide Number Placeholder 2">
            <a:extLst>
              <a:ext uri="{FF2B5EF4-FFF2-40B4-BE49-F238E27FC236}">
                <a16:creationId xmlns:a16="http://schemas.microsoft.com/office/drawing/2014/main" id="{A2F8C849-C57D-31CD-6E94-19EE5A5666B0}"/>
              </a:ext>
            </a:extLst>
          </p:cNvPr>
          <p:cNvSpPr>
            <a:spLocks noGrp="1"/>
          </p:cNvSpPr>
          <p:nvPr>
            <p:ph type="sldNum" sz="quarter" idx="12"/>
          </p:nvPr>
        </p:nvSpPr>
        <p:spPr/>
        <p:txBody>
          <a:bodyPr/>
          <a:lstStyle/>
          <a:p>
            <a:fld id="{D701140D-C14F-41CA-99FC-0EF83E8DA40A}" type="slidenum">
              <a:rPr lang="fi-FI" smtClean="0"/>
              <a:pPr/>
              <a:t>3</a:t>
            </a:fld>
            <a:endParaRPr lang="fi-FI"/>
          </a:p>
        </p:txBody>
      </p:sp>
      <p:sp>
        <p:nvSpPr>
          <p:cNvPr id="6" name="Content Placeholder 5">
            <a:extLst>
              <a:ext uri="{FF2B5EF4-FFF2-40B4-BE49-F238E27FC236}">
                <a16:creationId xmlns:a16="http://schemas.microsoft.com/office/drawing/2014/main" id="{A61C22E4-AB3B-7F6C-5926-D22F74020BB8}"/>
              </a:ext>
            </a:extLst>
          </p:cNvPr>
          <p:cNvSpPr>
            <a:spLocks noGrp="1"/>
          </p:cNvSpPr>
          <p:nvPr>
            <p:ph sz="half" idx="13"/>
          </p:nvPr>
        </p:nvSpPr>
        <p:spPr/>
        <p:txBody>
          <a:bodyPr/>
          <a:lstStyle/>
          <a:p>
            <a:r>
              <a:rPr lang="en" sz="1400" dirty="0"/>
              <a:t>Practical instructions on how to do this can be found at </a:t>
            </a:r>
            <a:br>
              <a:rPr lang="en" sz="1400" dirty="0"/>
            </a:br>
            <a:r>
              <a:rPr lang="en" sz="1400" b="1" dirty="0">
                <a:hlinkClick r:id="rId3">
                  <a:extLst>
                    <a:ext uri="{A12FA001-AC4F-418D-AE19-62706E023703}">
                      <ahyp:hlinkClr xmlns:ahyp="http://schemas.microsoft.com/office/drawing/2018/hyperlinkcolor" val="tx"/>
                    </a:ext>
                  </a:extLst>
                </a:hlinkClick>
              </a:rPr>
              <a:t>https://www.saavutettavasti.fi/saavutettavat-asiakirjat/powerpoint/</a:t>
            </a:r>
            <a:br>
              <a:rPr lang="en" sz="1400" dirty="0"/>
            </a:br>
            <a:r>
              <a:rPr lang="en" sz="1400" dirty="0"/>
              <a:t>(in Finnish)</a:t>
            </a:r>
          </a:p>
          <a:p>
            <a:r>
              <a:rPr lang="en" sz="1400" dirty="0"/>
              <a:t>and (for different software versions and operating systems) </a:t>
            </a:r>
            <a:r>
              <a:rPr lang="en" sz="1400" b="1" dirty="0">
                <a:hlinkClick r:id="rId4">
                  <a:extLst>
                    <a:ext uri="{A12FA001-AC4F-418D-AE19-62706E023703}">
                      <ahyp:hlinkClr xmlns:ahyp="http://schemas.microsoft.com/office/drawing/2018/hyperlinkcolor" val="tx"/>
                    </a:ext>
                  </a:extLst>
                </a:hlinkClick>
              </a:rPr>
              <a:t>here</a:t>
            </a:r>
            <a:endParaRPr lang="en" sz="1400" b="1" dirty="0"/>
          </a:p>
          <a:p>
            <a:endParaRPr lang="en-GB" sz="1600" dirty="0"/>
          </a:p>
        </p:txBody>
      </p:sp>
      <p:sp>
        <p:nvSpPr>
          <p:cNvPr id="12" name="Ellipsi 8">
            <a:extLst>
              <a:ext uri="{FF2B5EF4-FFF2-40B4-BE49-F238E27FC236}">
                <a16:creationId xmlns:a16="http://schemas.microsoft.com/office/drawing/2014/main" id="{B3C3DE94-D910-2902-6458-FCC4D8C13813}"/>
              </a:ext>
            </a:extLst>
          </p:cNvPr>
          <p:cNvSpPr/>
          <p:nvPr/>
        </p:nvSpPr>
        <p:spPr>
          <a:xfrm>
            <a:off x="7968208" y="4221088"/>
            <a:ext cx="1444012" cy="1444012"/>
          </a:xfrm>
          <a:prstGeom prst="ellipse">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algn="ctr"/>
            <a:r>
              <a:rPr lang="fi-FI" sz="1400" b="1" dirty="0">
                <a:solidFill>
                  <a:schemeClr val="bg1"/>
                </a:solidFill>
              </a:rPr>
              <a:t>For </a:t>
            </a:r>
            <a:r>
              <a:rPr lang="fi-FI" sz="1400" b="1" dirty="0" err="1">
                <a:solidFill>
                  <a:schemeClr val="bg1"/>
                </a:solidFill>
              </a:rPr>
              <a:t>Finnish</a:t>
            </a:r>
            <a:r>
              <a:rPr lang="fi-FI" sz="1400" b="1" dirty="0">
                <a:solidFill>
                  <a:schemeClr val="bg1"/>
                </a:solidFill>
              </a:rPr>
              <a:t>, </a:t>
            </a:r>
            <a:r>
              <a:rPr lang="fi-FI" sz="1400" b="1" dirty="0" err="1">
                <a:solidFill>
                  <a:schemeClr val="bg1"/>
                </a:solidFill>
              </a:rPr>
              <a:t>please</a:t>
            </a:r>
            <a:r>
              <a:rPr lang="fi-FI" sz="1400" b="1" dirty="0">
                <a:solidFill>
                  <a:schemeClr val="bg1"/>
                </a:solidFill>
              </a:rPr>
              <a:t> </a:t>
            </a:r>
            <a:r>
              <a:rPr lang="fi-FI" sz="1400" b="1" dirty="0" err="1">
                <a:solidFill>
                  <a:schemeClr val="bg1"/>
                </a:solidFill>
              </a:rPr>
              <a:t>read</a:t>
            </a:r>
            <a:r>
              <a:rPr lang="fi-FI" sz="1400" b="1" dirty="0">
                <a:solidFill>
                  <a:schemeClr val="bg1"/>
                </a:solidFill>
              </a:rPr>
              <a:t> </a:t>
            </a:r>
            <a:r>
              <a:rPr lang="fi-FI" sz="1400" b="1" dirty="0" err="1">
                <a:solidFill>
                  <a:schemeClr val="bg1"/>
                </a:solidFill>
              </a:rPr>
              <a:t>the</a:t>
            </a:r>
            <a:r>
              <a:rPr lang="fi-FI" sz="1400" b="1" dirty="0">
                <a:solidFill>
                  <a:schemeClr val="bg1"/>
                </a:solidFill>
              </a:rPr>
              <a:t> </a:t>
            </a:r>
            <a:r>
              <a:rPr lang="fi-FI" sz="1400" b="1" dirty="0" err="1">
                <a:solidFill>
                  <a:schemeClr val="bg1"/>
                </a:solidFill>
              </a:rPr>
              <a:t>notes</a:t>
            </a:r>
            <a:r>
              <a:rPr lang="fi-FI" sz="1400" b="1" dirty="0">
                <a:solidFill>
                  <a:schemeClr val="bg1"/>
                </a:solidFill>
              </a:rPr>
              <a:t>.</a:t>
            </a:r>
          </a:p>
        </p:txBody>
      </p:sp>
    </p:spTree>
    <p:extLst>
      <p:ext uri="{BB962C8B-B14F-4D97-AF65-F5344CB8AC3E}">
        <p14:creationId xmlns:p14="http://schemas.microsoft.com/office/powerpoint/2010/main" val="1920458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CABBF09-4CD8-EA65-1F3F-876D0F0C6058}"/>
              </a:ext>
            </a:extLst>
          </p:cNvPr>
          <p:cNvSpPr>
            <a:spLocks noGrp="1"/>
          </p:cNvSpPr>
          <p:nvPr>
            <p:ph type="title"/>
          </p:nvPr>
        </p:nvSpPr>
        <p:spPr>
          <a:xfrm>
            <a:off x="407987" y="404813"/>
            <a:ext cx="11376026" cy="1079971"/>
          </a:xfrm>
        </p:spPr>
        <p:txBody>
          <a:bodyPr/>
          <a:lstStyle/>
          <a:p>
            <a:r>
              <a:rPr lang="en-GB" noProof="0" dirty="0"/>
              <a:t>Headline Arial 30pt Bold</a:t>
            </a:r>
            <a:br>
              <a:rPr lang="en-GB" noProof="0" dirty="0"/>
            </a:br>
            <a:r>
              <a:rPr lang="en-GB" noProof="0" dirty="0" err="1"/>
              <a:t>maxium</a:t>
            </a:r>
            <a:r>
              <a:rPr lang="en-GB" noProof="0" dirty="0"/>
              <a:t> two rows</a:t>
            </a:r>
          </a:p>
        </p:txBody>
      </p:sp>
      <p:graphicFrame>
        <p:nvGraphicFramePr>
          <p:cNvPr id="7" name="Content Placeholder 7">
            <a:extLst>
              <a:ext uri="{FF2B5EF4-FFF2-40B4-BE49-F238E27FC236}">
                <a16:creationId xmlns:a16="http://schemas.microsoft.com/office/drawing/2014/main" id="{7659768E-9EDD-F76D-FDA7-27A9DF5FCE71}"/>
              </a:ext>
            </a:extLst>
          </p:cNvPr>
          <p:cNvGraphicFramePr>
            <a:graphicFrameLocks noGrp="1"/>
          </p:cNvGraphicFramePr>
          <p:nvPr>
            <p:ph sz="half" idx="1"/>
          </p:nvPr>
        </p:nvGraphicFramePr>
        <p:xfrm>
          <a:off x="1055688" y="2205038"/>
          <a:ext cx="4895850" cy="367188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ontent Placeholder 9">
            <a:extLst>
              <a:ext uri="{FF2B5EF4-FFF2-40B4-BE49-F238E27FC236}">
                <a16:creationId xmlns:a16="http://schemas.microsoft.com/office/drawing/2014/main" id="{675621B9-47F0-CFE1-A96B-25AE2EF791D3}"/>
              </a:ext>
            </a:extLst>
          </p:cNvPr>
          <p:cNvGraphicFramePr>
            <a:graphicFrameLocks noGrp="1"/>
          </p:cNvGraphicFramePr>
          <p:nvPr>
            <p:ph sz="half" idx="2"/>
          </p:nvPr>
        </p:nvGraphicFramePr>
        <p:xfrm>
          <a:off x="6240463" y="2205038"/>
          <a:ext cx="4895850" cy="3671887"/>
        </p:xfrm>
        <a:graphic>
          <a:graphicData uri="http://schemas.openxmlformats.org/drawingml/2006/chart">
            <c:chart xmlns:c="http://schemas.openxmlformats.org/drawingml/2006/chart" xmlns:r="http://schemas.openxmlformats.org/officeDocument/2006/relationships" r:id="rId3"/>
          </a:graphicData>
        </a:graphic>
      </p:graphicFrame>
      <p:sp>
        <p:nvSpPr>
          <p:cNvPr id="12" name="Slide Number Placeholder 11">
            <a:extLst>
              <a:ext uri="{FF2B5EF4-FFF2-40B4-BE49-F238E27FC236}">
                <a16:creationId xmlns:a16="http://schemas.microsoft.com/office/drawing/2014/main" id="{D2F3D441-7495-5AA3-09EB-69EB3CB46183}"/>
              </a:ext>
            </a:extLst>
          </p:cNvPr>
          <p:cNvSpPr>
            <a:spLocks noGrp="1"/>
          </p:cNvSpPr>
          <p:nvPr>
            <p:ph type="sldNum" sz="quarter" idx="12"/>
          </p:nvPr>
        </p:nvSpPr>
        <p:spPr/>
        <p:txBody>
          <a:bodyPr/>
          <a:lstStyle/>
          <a:p>
            <a:fld id="{D701140D-C14F-41CA-99FC-0EF83E8DA40A}" type="slidenum">
              <a:rPr lang="fi-FI" smtClean="0"/>
              <a:t>4</a:t>
            </a:fld>
            <a:endParaRPr lang="fi-FI"/>
          </a:p>
        </p:txBody>
      </p:sp>
      <p:sp>
        <p:nvSpPr>
          <p:cNvPr id="2" name="Date Placeholder 1">
            <a:extLst>
              <a:ext uri="{FF2B5EF4-FFF2-40B4-BE49-F238E27FC236}">
                <a16:creationId xmlns:a16="http://schemas.microsoft.com/office/drawing/2014/main" id="{576F55D9-3040-ED74-0BDB-372B3994185D}"/>
              </a:ext>
            </a:extLst>
          </p:cNvPr>
          <p:cNvSpPr>
            <a:spLocks noGrp="1"/>
          </p:cNvSpPr>
          <p:nvPr>
            <p:ph type="dt" sz="half" idx="10"/>
          </p:nvPr>
        </p:nvSpPr>
        <p:spPr/>
        <p:txBody>
          <a:bodyPr/>
          <a:lstStyle/>
          <a:p>
            <a:fld id="{770F3232-48BC-4C42-A6D0-0E563818BF3A}" type="datetime1">
              <a:rPr lang="fi-FI" smtClean="0"/>
              <a:t>15.10.2026</a:t>
            </a:fld>
            <a:endParaRPr lang="fi-FI"/>
          </a:p>
        </p:txBody>
      </p:sp>
    </p:spTree>
    <p:extLst>
      <p:ext uri="{BB962C8B-B14F-4D97-AF65-F5344CB8AC3E}">
        <p14:creationId xmlns:p14="http://schemas.microsoft.com/office/powerpoint/2010/main" val="2722610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E6C76-0499-F26A-BB94-D551868EF8A9}"/>
              </a:ext>
            </a:extLst>
          </p:cNvPr>
          <p:cNvSpPr>
            <a:spLocks noGrp="1"/>
          </p:cNvSpPr>
          <p:nvPr>
            <p:ph type="title"/>
          </p:nvPr>
        </p:nvSpPr>
        <p:spPr>
          <a:xfrm>
            <a:off x="407987" y="404813"/>
            <a:ext cx="11376026" cy="1079971"/>
          </a:xfrm>
        </p:spPr>
        <p:txBody>
          <a:bodyPr/>
          <a:lstStyle/>
          <a:p>
            <a:r>
              <a:rPr lang="en-GB" noProof="0" dirty="0"/>
              <a:t>Headline Arial 30pt Bold</a:t>
            </a:r>
            <a:br>
              <a:rPr lang="en-GB" noProof="0" dirty="0"/>
            </a:br>
            <a:r>
              <a:rPr lang="en-GB" noProof="0" dirty="0" err="1"/>
              <a:t>maxium</a:t>
            </a:r>
            <a:r>
              <a:rPr lang="en-GB" noProof="0" dirty="0"/>
              <a:t> two rows</a:t>
            </a:r>
          </a:p>
        </p:txBody>
      </p:sp>
      <p:graphicFrame>
        <p:nvGraphicFramePr>
          <p:cNvPr id="4" name="Table 4">
            <a:extLst>
              <a:ext uri="{FF2B5EF4-FFF2-40B4-BE49-F238E27FC236}">
                <a16:creationId xmlns:a16="http://schemas.microsoft.com/office/drawing/2014/main" id="{03F82B8B-6C99-9DD7-C64D-0956C7699713}"/>
              </a:ext>
            </a:extLst>
          </p:cNvPr>
          <p:cNvGraphicFramePr>
            <a:graphicFrameLocks noGrp="1"/>
          </p:cNvGraphicFramePr>
          <p:nvPr>
            <p:ph idx="1"/>
            <p:extLst>
              <p:ext uri="{D42A27DB-BD31-4B8C-83A1-F6EECF244321}">
                <p14:modId xmlns:p14="http://schemas.microsoft.com/office/powerpoint/2010/main" val="1769353939"/>
              </p:ext>
            </p:extLst>
          </p:nvPr>
        </p:nvGraphicFramePr>
        <p:xfrm>
          <a:off x="1055688" y="2205038"/>
          <a:ext cx="10080621" cy="2958720"/>
        </p:xfrm>
        <a:graphic>
          <a:graphicData uri="http://schemas.openxmlformats.org/drawingml/2006/table">
            <a:tbl>
              <a:tblPr firstRow="1" bandRow="1">
                <a:tableStyleId>{5940675A-B579-460E-94D1-54222C63F5DA}</a:tableStyleId>
              </a:tblPr>
              <a:tblGrid>
                <a:gridCol w="2615595">
                  <a:extLst>
                    <a:ext uri="{9D8B030D-6E8A-4147-A177-3AD203B41FA5}">
                      <a16:colId xmlns:a16="http://schemas.microsoft.com/office/drawing/2014/main" val="4098551705"/>
                    </a:ext>
                  </a:extLst>
                </a:gridCol>
                <a:gridCol w="1244171">
                  <a:extLst>
                    <a:ext uri="{9D8B030D-6E8A-4147-A177-3AD203B41FA5}">
                      <a16:colId xmlns:a16="http://schemas.microsoft.com/office/drawing/2014/main" val="2797310549"/>
                    </a:ext>
                  </a:extLst>
                </a:gridCol>
                <a:gridCol w="1244171">
                  <a:extLst>
                    <a:ext uri="{9D8B030D-6E8A-4147-A177-3AD203B41FA5}">
                      <a16:colId xmlns:a16="http://schemas.microsoft.com/office/drawing/2014/main" val="2624750371"/>
                    </a:ext>
                  </a:extLst>
                </a:gridCol>
                <a:gridCol w="1244171">
                  <a:extLst>
                    <a:ext uri="{9D8B030D-6E8A-4147-A177-3AD203B41FA5}">
                      <a16:colId xmlns:a16="http://schemas.microsoft.com/office/drawing/2014/main" val="3484403735"/>
                    </a:ext>
                  </a:extLst>
                </a:gridCol>
                <a:gridCol w="1244171">
                  <a:extLst>
                    <a:ext uri="{9D8B030D-6E8A-4147-A177-3AD203B41FA5}">
                      <a16:colId xmlns:a16="http://schemas.microsoft.com/office/drawing/2014/main" val="1759728555"/>
                    </a:ext>
                  </a:extLst>
                </a:gridCol>
                <a:gridCol w="1244171">
                  <a:extLst>
                    <a:ext uri="{9D8B030D-6E8A-4147-A177-3AD203B41FA5}">
                      <a16:colId xmlns:a16="http://schemas.microsoft.com/office/drawing/2014/main" val="3372618627"/>
                    </a:ext>
                  </a:extLst>
                </a:gridCol>
                <a:gridCol w="1244171">
                  <a:extLst>
                    <a:ext uri="{9D8B030D-6E8A-4147-A177-3AD203B41FA5}">
                      <a16:colId xmlns:a16="http://schemas.microsoft.com/office/drawing/2014/main" val="830924246"/>
                    </a:ext>
                  </a:extLst>
                </a:gridCol>
              </a:tblGrid>
              <a:tr h="0">
                <a:tc>
                  <a:txBody>
                    <a:bodyPr/>
                    <a:lstStyle/>
                    <a:p>
                      <a:pPr marL="0" marR="0" lvl="0" indent="0" algn="l"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M€</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1-12/2022</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1-12/2021</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Change*</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1-12/2022</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1-12/2023</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Change*</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57375028"/>
                  </a:ext>
                </a:extLst>
              </a:tr>
              <a:tr h="0">
                <a:tc>
                  <a:txBody>
                    <a:bodyPr/>
                    <a:lstStyle/>
                    <a:p>
                      <a:pPr marL="0" marR="0" lvl="0" indent="0" algn="l" defTabSz="914400" rtl="0" eaLnBrk="1" fontAlgn="base" latinLnBrk="0" hangingPunct="1">
                        <a:lnSpc>
                          <a:spcPct val="100000"/>
                        </a:lnSpc>
                        <a:spcBef>
                          <a:spcPct val="0"/>
                        </a:spcBef>
                        <a:spcAft>
                          <a:spcPct val="20000"/>
                        </a:spcAft>
                        <a:buClrTx/>
                        <a:buSzTx/>
                        <a:buFont typeface="Wingdings" pitchFamily="2" charset="2"/>
                        <a:buNone/>
                        <a:tabLst/>
                      </a:pPr>
                      <a:r>
                        <a:rPr kumimoji="0" lang="en-US" sz="1600" u="none" strike="noStrike" cap="none" normalizeH="0" baseline="0" dirty="0" err="1">
                          <a:ln>
                            <a:noFill/>
                          </a:ln>
                          <a:solidFill>
                            <a:schemeClr val="tx1"/>
                          </a:solidFill>
                          <a:effectLst/>
                          <a:latin typeface="+mj-lt"/>
                        </a:rPr>
                        <a:t>Lorem</a:t>
                      </a:r>
                      <a:r>
                        <a:rPr kumimoji="0" lang="en-US" sz="1600" u="none" strike="noStrike" cap="none" normalizeH="0" baseline="0" dirty="0">
                          <a:ln>
                            <a:noFill/>
                          </a:ln>
                          <a:solidFill>
                            <a:schemeClr val="tx1"/>
                          </a:solidFill>
                          <a:effectLst/>
                          <a:latin typeface="+mj-lt"/>
                        </a:rPr>
                        <a:t> </a:t>
                      </a:r>
                      <a:r>
                        <a:rPr kumimoji="0" lang="en-US" sz="1600" u="none" strike="noStrike" cap="none" normalizeH="0" baseline="0" dirty="0" err="1">
                          <a:ln>
                            <a:noFill/>
                          </a:ln>
                          <a:solidFill>
                            <a:schemeClr val="tx1"/>
                          </a:solidFill>
                          <a:effectLst/>
                          <a:latin typeface="+mj-lt"/>
                        </a:rPr>
                        <a:t>ipsum</a:t>
                      </a:r>
                      <a:r>
                        <a:rPr kumimoji="0" lang="en-US" sz="1600" u="none" strike="noStrike" cap="none" normalizeH="0" baseline="0" dirty="0">
                          <a:ln>
                            <a:noFill/>
                          </a:ln>
                          <a:solidFill>
                            <a:schemeClr val="tx1"/>
                          </a:solidFill>
                          <a:effectLst/>
                          <a:latin typeface="+mj-lt"/>
                        </a:rPr>
                        <a:t> dolor sit </a:t>
                      </a:r>
                      <a:r>
                        <a:rPr kumimoji="0" lang="en-US" sz="1600" u="none" strike="noStrike" cap="none" normalizeH="0" baseline="0" dirty="0" err="1">
                          <a:ln>
                            <a:noFill/>
                          </a:ln>
                          <a:solidFill>
                            <a:schemeClr val="tx1"/>
                          </a:solidFill>
                          <a:effectLst/>
                          <a:latin typeface="+mj-lt"/>
                        </a:rPr>
                        <a:t>amet</a:t>
                      </a:r>
                      <a:r>
                        <a:rPr kumimoji="0" lang="en-US" sz="1600" u="none" strike="noStrike" cap="none" normalizeH="0" baseline="0" dirty="0">
                          <a:ln>
                            <a:noFill/>
                          </a:ln>
                          <a:solidFill>
                            <a:schemeClr val="tx1"/>
                          </a:solidFill>
                          <a:effectLst/>
                          <a:latin typeface="+mj-lt"/>
                        </a:rPr>
                        <a:t>, </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381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9 999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381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2 136</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381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50%</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381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9 999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381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2 136</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381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50%</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381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8325796"/>
                  </a:ext>
                </a:extLst>
              </a:tr>
              <a:tr h="0">
                <a:tc>
                  <a:txBody>
                    <a:bodyPr/>
                    <a:lstStyle/>
                    <a:p>
                      <a:pPr marL="0" marR="0" lvl="0" indent="0" algn="l" defTabSz="914400" rtl="0" eaLnBrk="1" fontAlgn="base" latinLnBrk="0" hangingPunct="1">
                        <a:lnSpc>
                          <a:spcPct val="100000"/>
                        </a:lnSpc>
                        <a:spcBef>
                          <a:spcPct val="0"/>
                        </a:spcBef>
                        <a:spcAft>
                          <a:spcPct val="20000"/>
                        </a:spcAft>
                        <a:buClrTx/>
                        <a:buSzTx/>
                        <a:buFont typeface="Wingdings" pitchFamily="2" charset="2"/>
                        <a:buNone/>
                        <a:tabLst/>
                      </a:pPr>
                      <a:r>
                        <a:rPr kumimoji="0" lang="en-US" sz="1600" u="none" strike="noStrike" cap="none" normalizeH="0" baseline="0" dirty="0" err="1">
                          <a:ln>
                            <a:noFill/>
                          </a:ln>
                          <a:solidFill>
                            <a:schemeClr val="tx1"/>
                          </a:solidFill>
                          <a:effectLst/>
                          <a:latin typeface="+mj-lt"/>
                        </a:rPr>
                        <a:t>consectetuer</a:t>
                      </a:r>
                      <a:r>
                        <a:rPr kumimoji="0" lang="en-US" sz="1600" u="none" strike="noStrike" cap="none" normalizeH="0" baseline="0" dirty="0">
                          <a:ln>
                            <a:noFill/>
                          </a:ln>
                          <a:solidFill>
                            <a:schemeClr val="tx1"/>
                          </a:solidFill>
                          <a:effectLst/>
                          <a:latin typeface="+mj-lt"/>
                        </a:rPr>
                        <a:t> </a:t>
                      </a:r>
                      <a:r>
                        <a:rPr kumimoji="0" lang="en-US" sz="1600" u="none" strike="noStrike" cap="none" normalizeH="0" baseline="0" dirty="0" err="1">
                          <a:ln>
                            <a:noFill/>
                          </a:ln>
                          <a:solidFill>
                            <a:schemeClr val="tx1"/>
                          </a:solidFill>
                          <a:effectLst/>
                          <a:latin typeface="+mj-lt"/>
                        </a:rPr>
                        <a:t>adipiscing</a:t>
                      </a:r>
                      <a:r>
                        <a:rPr kumimoji="0" lang="en-US" sz="1600" u="none" strike="noStrike" cap="none" normalizeH="0" baseline="0" dirty="0">
                          <a:ln>
                            <a:noFill/>
                          </a:ln>
                          <a:solidFill>
                            <a:schemeClr val="tx1"/>
                          </a:solidFill>
                          <a:effectLst/>
                          <a:latin typeface="+mj-lt"/>
                        </a:rPr>
                        <a:t> </a:t>
                      </a:r>
                      <a:r>
                        <a:rPr kumimoji="0" lang="en-US" sz="1600" u="none" strike="noStrike" cap="none" normalizeH="0" baseline="0" dirty="0" err="1">
                          <a:ln>
                            <a:noFill/>
                          </a:ln>
                          <a:solidFill>
                            <a:schemeClr val="tx1"/>
                          </a:solidFill>
                          <a:effectLst/>
                          <a:latin typeface="+mj-lt"/>
                        </a:rPr>
                        <a:t>elit</a:t>
                      </a:r>
                      <a:r>
                        <a:rPr kumimoji="0" lang="en-US" sz="1600" u="none" strike="noStrike" cap="none" normalizeH="0" baseline="0" dirty="0">
                          <a:ln>
                            <a:noFill/>
                          </a:ln>
                          <a:solidFill>
                            <a:schemeClr val="tx1"/>
                          </a:solidFill>
                          <a:effectLst/>
                          <a:latin typeface="+mj-lt"/>
                        </a:rPr>
                        <a:t>. </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9 999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1 796</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50%</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9 999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1 796</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50%</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1125062"/>
                  </a:ext>
                </a:extLst>
              </a:tr>
              <a:tr h="0">
                <a:tc>
                  <a:txBody>
                    <a:bodyPr/>
                    <a:lstStyle/>
                    <a:p>
                      <a:pPr marL="0" marR="0" lvl="0" indent="0" algn="l" defTabSz="914400" rtl="0" eaLnBrk="1" fontAlgn="base" latinLnBrk="0" hangingPunct="1">
                        <a:lnSpc>
                          <a:spcPct val="100000"/>
                        </a:lnSpc>
                        <a:spcBef>
                          <a:spcPct val="0"/>
                        </a:spcBef>
                        <a:spcAft>
                          <a:spcPct val="20000"/>
                        </a:spcAft>
                        <a:buClrTx/>
                        <a:buSzTx/>
                        <a:buFont typeface="Wingdings" pitchFamily="2" charset="2"/>
                        <a:buNone/>
                        <a:tabLst/>
                      </a:pPr>
                      <a:r>
                        <a:rPr kumimoji="0" lang="en-US" sz="1600" u="none" strike="noStrike" cap="none" normalizeH="0" baseline="0" dirty="0" err="1">
                          <a:ln>
                            <a:noFill/>
                          </a:ln>
                          <a:solidFill>
                            <a:schemeClr val="tx1"/>
                          </a:solidFill>
                          <a:effectLst/>
                          <a:latin typeface="+mj-lt"/>
                        </a:rPr>
                        <a:t>Donec</a:t>
                      </a:r>
                      <a:r>
                        <a:rPr kumimoji="0" lang="en-US" sz="1600" u="none" strike="noStrike" cap="none" normalizeH="0" baseline="0" dirty="0">
                          <a:ln>
                            <a:noFill/>
                          </a:ln>
                          <a:solidFill>
                            <a:schemeClr val="tx1"/>
                          </a:solidFill>
                          <a:effectLst/>
                          <a:latin typeface="+mj-lt"/>
                        </a:rPr>
                        <a:t> ligula. </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9 999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2 895</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i="0" u="none" strike="noStrike" cap="none" normalizeH="0" baseline="0" dirty="0">
                          <a:ln>
                            <a:noFill/>
                          </a:ln>
                          <a:solidFill>
                            <a:schemeClr val="tx1"/>
                          </a:solidFill>
                          <a:effectLst/>
                          <a:latin typeface="+mj-lt"/>
                        </a:rPr>
                        <a:t>50%</a:t>
                      </a: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9 999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2 895</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i="0" u="none" strike="noStrike" cap="none" normalizeH="0" baseline="0" dirty="0">
                          <a:ln>
                            <a:noFill/>
                          </a:ln>
                          <a:solidFill>
                            <a:schemeClr val="tx1"/>
                          </a:solidFill>
                          <a:effectLst/>
                          <a:latin typeface="+mj-lt"/>
                        </a:rPr>
                        <a:t>50%</a:t>
                      </a: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4065000"/>
                  </a:ext>
                </a:extLst>
              </a:tr>
              <a:tr h="0">
                <a:tc>
                  <a:txBody>
                    <a:bodyPr/>
                    <a:lstStyle/>
                    <a:p>
                      <a:pPr marL="0" marR="0" lvl="0" indent="0" algn="l" defTabSz="914400" rtl="0" eaLnBrk="1" fontAlgn="base" latinLnBrk="0" hangingPunct="1">
                        <a:lnSpc>
                          <a:spcPct val="100000"/>
                        </a:lnSpc>
                        <a:spcBef>
                          <a:spcPct val="0"/>
                        </a:spcBef>
                        <a:spcAft>
                          <a:spcPct val="20000"/>
                        </a:spcAft>
                        <a:buClrTx/>
                        <a:buSzTx/>
                        <a:buFont typeface="Wingdings" pitchFamily="2" charset="2"/>
                        <a:buNone/>
                        <a:tabLst/>
                      </a:pPr>
                      <a:r>
                        <a:rPr kumimoji="0" lang="en-US" sz="1600" u="none" strike="noStrike" cap="none" normalizeH="0" baseline="0" dirty="0" err="1">
                          <a:ln>
                            <a:noFill/>
                          </a:ln>
                          <a:solidFill>
                            <a:schemeClr val="tx1"/>
                          </a:solidFill>
                          <a:effectLst/>
                          <a:latin typeface="+mj-lt"/>
                        </a:rPr>
                        <a:t>Sed</a:t>
                      </a:r>
                      <a:r>
                        <a:rPr kumimoji="0" lang="en-US" sz="1600" u="none" strike="noStrike" cap="none" normalizeH="0" baseline="0" dirty="0">
                          <a:ln>
                            <a:noFill/>
                          </a:ln>
                          <a:solidFill>
                            <a:schemeClr val="tx1"/>
                          </a:solidFill>
                          <a:effectLst/>
                          <a:latin typeface="+mj-lt"/>
                        </a:rPr>
                        <a:t> </a:t>
                      </a:r>
                      <a:r>
                        <a:rPr kumimoji="0" lang="en-US" sz="1600" u="none" strike="noStrike" cap="none" normalizeH="0" baseline="0" dirty="0" err="1">
                          <a:ln>
                            <a:noFill/>
                          </a:ln>
                          <a:solidFill>
                            <a:schemeClr val="tx1"/>
                          </a:solidFill>
                          <a:effectLst/>
                          <a:latin typeface="+mj-lt"/>
                        </a:rPr>
                        <a:t>sagittis</a:t>
                      </a:r>
                      <a:r>
                        <a:rPr kumimoji="0" lang="en-US" sz="1600" u="none" strike="noStrike" cap="none" normalizeH="0" baseline="0" dirty="0">
                          <a:ln>
                            <a:noFill/>
                          </a:ln>
                          <a:solidFill>
                            <a:schemeClr val="tx1"/>
                          </a:solidFill>
                          <a:effectLst/>
                          <a:latin typeface="+mj-lt"/>
                        </a:rPr>
                        <a:t> dolor in </a:t>
                      </a:r>
                      <a:r>
                        <a:rPr kumimoji="0" lang="en-US" sz="1600" u="none" strike="noStrike" cap="none" normalizeH="0" baseline="0" dirty="0" err="1">
                          <a:ln>
                            <a:noFill/>
                          </a:ln>
                          <a:solidFill>
                            <a:schemeClr val="tx1"/>
                          </a:solidFill>
                          <a:effectLst/>
                          <a:latin typeface="+mj-lt"/>
                        </a:rPr>
                        <a:t>ipsum</a:t>
                      </a:r>
                      <a:r>
                        <a:rPr kumimoji="0" lang="en-US" sz="1600" u="none" strike="noStrike" cap="none" normalizeH="0" baseline="0" dirty="0">
                          <a:ln>
                            <a:noFill/>
                          </a:ln>
                          <a:solidFill>
                            <a:schemeClr val="tx1"/>
                          </a:solidFill>
                          <a:effectLst/>
                          <a:latin typeface="+mj-lt"/>
                        </a:rPr>
                        <a:t>.</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999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235</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50%</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999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235</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50%</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632142"/>
                  </a:ext>
                </a:extLst>
              </a:tr>
              <a:tr h="245976">
                <a:tc>
                  <a:txBody>
                    <a:bodyPr/>
                    <a:lstStyle/>
                    <a:p>
                      <a:pPr marL="0" marR="0" lvl="0" indent="0" algn="l" defTabSz="914400" rtl="0" eaLnBrk="1" fontAlgn="base" latinLnBrk="0" hangingPunct="1">
                        <a:lnSpc>
                          <a:spcPct val="100000"/>
                        </a:lnSpc>
                        <a:spcBef>
                          <a:spcPct val="0"/>
                        </a:spcBef>
                        <a:spcAft>
                          <a:spcPct val="20000"/>
                        </a:spcAft>
                        <a:buClrTx/>
                        <a:buSzTx/>
                        <a:buFont typeface="Wingdings" pitchFamily="2" charset="2"/>
                        <a:buNone/>
                        <a:tabLst/>
                      </a:pPr>
                      <a:r>
                        <a:rPr kumimoji="0" lang="en-US" sz="1600" u="none" strike="noStrike" cap="none" normalizeH="0" baseline="0" dirty="0" err="1">
                          <a:ln>
                            <a:noFill/>
                          </a:ln>
                          <a:solidFill>
                            <a:schemeClr val="tx1"/>
                          </a:solidFill>
                          <a:effectLst/>
                          <a:latin typeface="+mj-lt"/>
                        </a:rPr>
                        <a:t>Curabitur</a:t>
                      </a:r>
                      <a:r>
                        <a:rPr kumimoji="0" lang="en-US" sz="1600" u="none" strike="noStrike" cap="none" normalizeH="0" baseline="0" dirty="0">
                          <a:ln>
                            <a:noFill/>
                          </a:ln>
                          <a:solidFill>
                            <a:schemeClr val="tx1"/>
                          </a:solidFill>
                          <a:effectLst/>
                          <a:latin typeface="+mj-lt"/>
                        </a:rPr>
                        <a:t> </a:t>
                      </a:r>
                      <a:r>
                        <a:rPr kumimoji="0" lang="en-US" sz="1600" u="none" strike="noStrike" cap="none" normalizeH="0" baseline="0" dirty="0" err="1">
                          <a:ln>
                            <a:noFill/>
                          </a:ln>
                          <a:solidFill>
                            <a:schemeClr val="tx1"/>
                          </a:solidFill>
                          <a:effectLst/>
                          <a:latin typeface="+mj-lt"/>
                        </a:rPr>
                        <a:t>quis</a:t>
                      </a:r>
                      <a:r>
                        <a:rPr kumimoji="0" lang="en-US" sz="1600" u="none" strike="noStrike" cap="none" normalizeH="0" baseline="0" dirty="0">
                          <a:ln>
                            <a:noFill/>
                          </a:ln>
                          <a:solidFill>
                            <a:schemeClr val="tx1"/>
                          </a:solidFill>
                          <a:effectLst/>
                          <a:latin typeface="+mj-lt"/>
                        </a:rPr>
                        <a:t> </a:t>
                      </a:r>
                      <a:r>
                        <a:rPr kumimoji="0" lang="en-US" sz="1600" u="none" strike="noStrike" cap="none" normalizeH="0" baseline="0" dirty="0" err="1">
                          <a:ln>
                            <a:noFill/>
                          </a:ln>
                          <a:solidFill>
                            <a:schemeClr val="tx1"/>
                          </a:solidFill>
                          <a:effectLst/>
                          <a:latin typeface="+mj-lt"/>
                        </a:rPr>
                        <a:t>est</a:t>
                      </a:r>
                      <a:r>
                        <a:rPr kumimoji="0" lang="en-US" sz="1600" u="none" strike="noStrike" cap="none" normalizeH="0" baseline="0" dirty="0">
                          <a:ln>
                            <a:noFill/>
                          </a:ln>
                          <a:solidFill>
                            <a:schemeClr val="tx1"/>
                          </a:solidFill>
                          <a:effectLst/>
                          <a:latin typeface="+mj-lt"/>
                        </a:rPr>
                        <a:t> at </a:t>
                      </a:r>
                      <a:r>
                        <a:rPr kumimoji="0" lang="en-US" sz="1600" u="none" strike="noStrike" cap="none" normalizeH="0" baseline="0" dirty="0" err="1">
                          <a:ln>
                            <a:noFill/>
                          </a:ln>
                          <a:solidFill>
                            <a:schemeClr val="tx1"/>
                          </a:solidFill>
                          <a:effectLst/>
                          <a:latin typeface="+mj-lt"/>
                        </a:rPr>
                        <a:t>wisi</a:t>
                      </a:r>
                      <a:r>
                        <a:rPr kumimoji="0" lang="en-US" sz="1600" u="none" strike="noStrike" cap="none" normalizeH="0" baseline="0" dirty="0">
                          <a:ln>
                            <a:noFill/>
                          </a:ln>
                          <a:solidFill>
                            <a:schemeClr val="tx1"/>
                          </a:solidFill>
                          <a:effectLst/>
                          <a:latin typeface="+mj-lt"/>
                        </a:rPr>
                        <a:t> </a:t>
                      </a:r>
                      <a:r>
                        <a:rPr kumimoji="0" lang="en-US" sz="1600" u="none" strike="noStrike" cap="none" normalizeH="0" baseline="0" dirty="0" err="1">
                          <a:ln>
                            <a:noFill/>
                          </a:ln>
                          <a:solidFill>
                            <a:schemeClr val="tx1"/>
                          </a:solidFill>
                          <a:effectLst/>
                          <a:latin typeface="+mj-lt"/>
                        </a:rPr>
                        <a:t>ultricies</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9.9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8.1</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i="0" u="none" strike="noStrike" cap="none" normalizeH="0" baseline="0" dirty="0">
                          <a:ln>
                            <a:noFill/>
                          </a:ln>
                          <a:solidFill>
                            <a:schemeClr val="tx1"/>
                          </a:solidFill>
                          <a:effectLst/>
                          <a:latin typeface="+mj-lt"/>
                        </a:rPr>
                        <a:t>50%</a:t>
                      </a: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9.9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8.1</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i="0" u="none" strike="noStrike" cap="none" normalizeH="0" baseline="0" dirty="0">
                          <a:ln>
                            <a:noFill/>
                          </a:ln>
                          <a:solidFill>
                            <a:schemeClr val="tx1"/>
                          </a:solidFill>
                          <a:effectLst/>
                          <a:latin typeface="+mj-lt"/>
                        </a:rPr>
                        <a:t>50%</a:t>
                      </a: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385521"/>
                  </a:ext>
                </a:extLst>
              </a:tr>
              <a:tr h="0">
                <a:tc>
                  <a:txBody>
                    <a:bodyPr/>
                    <a:lstStyle/>
                    <a:p>
                      <a:pPr marL="0" marR="0" lvl="0" indent="0" algn="l" defTabSz="914400" rtl="0" eaLnBrk="1" fontAlgn="base" latinLnBrk="0" hangingPunct="1">
                        <a:lnSpc>
                          <a:spcPct val="100000"/>
                        </a:lnSpc>
                        <a:spcBef>
                          <a:spcPct val="0"/>
                        </a:spcBef>
                        <a:spcAft>
                          <a:spcPct val="20000"/>
                        </a:spcAft>
                        <a:buClrTx/>
                        <a:buSzTx/>
                        <a:buFont typeface="Wingdings" pitchFamily="2" charset="2"/>
                        <a:buNone/>
                        <a:tabLst/>
                      </a:pPr>
                      <a:r>
                        <a:rPr kumimoji="0" lang="en-US" sz="1600" u="none" strike="noStrike" cap="none" normalizeH="0" baseline="0" dirty="0" err="1">
                          <a:ln>
                            <a:noFill/>
                          </a:ln>
                          <a:solidFill>
                            <a:schemeClr val="tx1"/>
                          </a:solidFill>
                          <a:effectLst/>
                          <a:latin typeface="+mj-lt"/>
                        </a:rPr>
                        <a:t>Scelerisque</a:t>
                      </a:r>
                      <a:r>
                        <a:rPr kumimoji="0" lang="en-US" sz="1600" u="none" strike="noStrike" cap="none" normalizeH="0" baseline="0" dirty="0">
                          <a:ln>
                            <a:noFill/>
                          </a:ln>
                          <a:solidFill>
                            <a:schemeClr val="tx1"/>
                          </a:solidFill>
                          <a:effectLst/>
                          <a:latin typeface="+mj-lt"/>
                        </a:rPr>
                        <a:t> </a:t>
                      </a:r>
                      <a:r>
                        <a:rPr kumimoji="0" lang="en-US" sz="1600" u="none" strike="noStrike" cap="none" normalizeH="0" baseline="0" dirty="0" err="1">
                          <a:ln>
                            <a:noFill/>
                          </a:ln>
                          <a:solidFill>
                            <a:schemeClr val="tx1"/>
                          </a:solidFill>
                          <a:effectLst/>
                          <a:latin typeface="+mj-lt"/>
                        </a:rPr>
                        <a:t>Cras</a:t>
                      </a:r>
                      <a:r>
                        <a:rPr kumimoji="0" lang="en-US" sz="1600" u="none" strike="noStrike" cap="none" normalizeH="0" baseline="0" dirty="0">
                          <a:ln>
                            <a:noFill/>
                          </a:ln>
                          <a:solidFill>
                            <a:schemeClr val="tx1"/>
                          </a:solidFill>
                          <a:effectLst/>
                          <a:latin typeface="+mj-lt"/>
                        </a:rPr>
                        <a:t> </a:t>
                      </a:r>
                      <a:r>
                        <a:rPr kumimoji="0" lang="en-US" sz="1600" u="none" strike="noStrike" cap="none" normalizeH="0" baseline="0" dirty="0" err="1">
                          <a:ln>
                            <a:noFill/>
                          </a:ln>
                          <a:solidFill>
                            <a:schemeClr val="tx1"/>
                          </a:solidFill>
                          <a:effectLst/>
                          <a:latin typeface="+mj-lt"/>
                        </a:rPr>
                        <a:t>euismod</a:t>
                      </a:r>
                      <a:r>
                        <a:rPr kumimoji="0" lang="en-US" sz="1600" u="none" strike="noStrike" cap="none" normalizeH="0" baseline="0" dirty="0">
                          <a:ln>
                            <a:noFill/>
                          </a:ln>
                          <a:solidFill>
                            <a:schemeClr val="tx1"/>
                          </a:solidFill>
                          <a:effectLst/>
                          <a:latin typeface="+mj-lt"/>
                        </a:rPr>
                        <a:t>.</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999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289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50%</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999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u="none" strike="noStrike" cap="none" normalizeH="0" baseline="0" dirty="0">
                          <a:ln>
                            <a:noFill/>
                          </a:ln>
                          <a:solidFill>
                            <a:schemeClr val="tx1"/>
                          </a:solidFill>
                          <a:effectLst/>
                          <a:latin typeface="+mj-lt"/>
                        </a:rPr>
                        <a:t>289</a:t>
                      </a:r>
                      <a:endParaRPr kumimoji="0" lang="en-US" sz="1600" b="0"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ase" latinLnBrk="0" hangingPunct="1">
                        <a:lnSpc>
                          <a:spcPct val="100000"/>
                        </a:lnSpc>
                        <a:spcBef>
                          <a:spcPct val="0"/>
                        </a:spcBef>
                        <a:spcAft>
                          <a:spcPct val="20000"/>
                        </a:spcAft>
                        <a:buClrTx/>
                        <a:buSzTx/>
                        <a:buFont typeface="Wingdings" pitchFamily="2" charset="2"/>
                        <a:buNone/>
                        <a:tabLst/>
                      </a:pPr>
                      <a:r>
                        <a:rPr kumimoji="0" lang="fi-FI" sz="1600" b="1" u="none" strike="noStrike" cap="none" normalizeH="0" baseline="0" dirty="0">
                          <a:ln>
                            <a:noFill/>
                          </a:ln>
                          <a:solidFill>
                            <a:schemeClr val="tx1"/>
                          </a:solidFill>
                          <a:effectLst/>
                          <a:latin typeface="+mj-lt"/>
                        </a:rPr>
                        <a:t>50%</a:t>
                      </a:r>
                      <a:endParaRPr kumimoji="0" lang="en-US" sz="1600" b="1" i="0" u="none" strike="noStrike" cap="none" normalizeH="0" baseline="0" dirty="0">
                        <a:ln>
                          <a:noFill/>
                        </a:ln>
                        <a:solidFill>
                          <a:schemeClr val="tx1"/>
                        </a:solidFill>
                        <a:effectLst/>
                        <a:latin typeface="+mj-lt"/>
                      </a:endParaRPr>
                    </a:p>
                  </a:txBody>
                  <a:tcPr marL="0" marR="0" marT="72000" marB="72000" horzOverflow="overflow">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39351996"/>
                  </a:ext>
                </a:extLst>
              </a:tr>
            </a:tbl>
          </a:graphicData>
        </a:graphic>
      </p:graphicFrame>
      <p:sp>
        <p:nvSpPr>
          <p:cNvPr id="8" name="Slide Number Placeholder 7">
            <a:extLst>
              <a:ext uri="{FF2B5EF4-FFF2-40B4-BE49-F238E27FC236}">
                <a16:creationId xmlns:a16="http://schemas.microsoft.com/office/drawing/2014/main" id="{C9D88A30-DD82-2E6F-1D6B-DCBF50837002}"/>
              </a:ext>
            </a:extLst>
          </p:cNvPr>
          <p:cNvSpPr>
            <a:spLocks noGrp="1"/>
          </p:cNvSpPr>
          <p:nvPr>
            <p:ph type="sldNum" sz="quarter" idx="12"/>
          </p:nvPr>
        </p:nvSpPr>
        <p:spPr/>
        <p:txBody>
          <a:bodyPr/>
          <a:lstStyle/>
          <a:p>
            <a:fld id="{D701140D-C14F-41CA-99FC-0EF83E8DA40A}" type="slidenum">
              <a:rPr lang="fi-FI" smtClean="0"/>
              <a:t>5</a:t>
            </a:fld>
            <a:endParaRPr lang="fi-FI"/>
          </a:p>
        </p:txBody>
      </p:sp>
      <p:sp>
        <p:nvSpPr>
          <p:cNvPr id="3" name="Date Placeholder 2">
            <a:extLst>
              <a:ext uri="{FF2B5EF4-FFF2-40B4-BE49-F238E27FC236}">
                <a16:creationId xmlns:a16="http://schemas.microsoft.com/office/drawing/2014/main" id="{B796D575-FF5A-D908-10AC-F184EB85BC62}"/>
              </a:ext>
            </a:extLst>
          </p:cNvPr>
          <p:cNvSpPr>
            <a:spLocks noGrp="1"/>
          </p:cNvSpPr>
          <p:nvPr>
            <p:ph type="dt" sz="half" idx="10"/>
          </p:nvPr>
        </p:nvSpPr>
        <p:spPr/>
        <p:txBody>
          <a:bodyPr/>
          <a:lstStyle/>
          <a:p>
            <a:fld id="{EDE5CAFB-3E4C-41B5-B66D-27FD897EEDEE}" type="datetime1">
              <a:rPr lang="fi-FI" smtClean="0"/>
              <a:t>15.10.2026</a:t>
            </a:fld>
            <a:endParaRPr lang="fi-FI"/>
          </a:p>
        </p:txBody>
      </p:sp>
    </p:spTree>
    <p:extLst>
      <p:ext uri="{BB962C8B-B14F-4D97-AF65-F5344CB8AC3E}">
        <p14:creationId xmlns:p14="http://schemas.microsoft.com/office/powerpoint/2010/main" val="2556953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D48522-D028-2B4B-F26D-94B712F45DD0}"/>
              </a:ext>
            </a:extLst>
          </p:cNvPr>
          <p:cNvSpPr>
            <a:spLocks noGrp="1"/>
          </p:cNvSpPr>
          <p:nvPr>
            <p:ph type="dt" sz="half" idx="14"/>
          </p:nvPr>
        </p:nvSpPr>
        <p:spPr>
          <a:xfrm>
            <a:off x="10200456" y="6309320"/>
            <a:ext cx="1152128" cy="143868"/>
          </a:xfrm>
        </p:spPr>
        <p:txBody>
          <a:bodyPr/>
          <a:lstStyle/>
          <a:p>
            <a:fld id="{65BB742A-F5A3-460E-946B-EE7FA7EA3E57}" type="datetime1">
              <a:rPr lang="fi-FI" smtClean="0"/>
              <a:t>15.10.2026</a:t>
            </a:fld>
            <a:endParaRPr lang="fi-FI" dirty="0"/>
          </a:p>
        </p:txBody>
      </p:sp>
      <p:sp>
        <p:nvSpPr>
          <p:cNvPr id="4" name="Slide Number Placeholder 3">
            <a:extLst>
              <a:ext uri="{FF2B5EF4-FFF2-40B4-BE49-F238E27FC236}">
                <a16:creationId xmlns:a16="http://schemas.microsoft.com/office/drawing/2014/main" id="{58A0D9E8-A20A-1D64-0811-75F149A8CAED}"/>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pPr/>
              <a:t>6</a:t>
            </a:fld>
            <a:endParaRPr lang="fi-FI" dirty="0"/>
          </a:p>
        </p:txBody>
      </p:sp>
    </p:spTree>
    <p:extLst>
      <p:ext uri="{BB962C8B-B14F-4D97-AF65-F5344CB8AC3E}">
        <p14:creationId xmlns:p14="http://schemas.microsoft.com/office/powerpoint/2010/main" val="3345910303"/>
      </p:ext>
    </p:extLst>
  </p:cSld>
  <p:clrMapOvr>
    <a:masterClrMapping/>
  </p:clrMapOvr>
</p:sld>
</file>

<file path=ppt/theme/theme1.xml><?xml version="1.0" encoding="utf-8"?>
<a:theme xmlns:a="http://schemas.openxmlformats.org/drawingml/2006/main" name="Aalto - Title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E5661A51-00B6-43DE-BADF-97B251F291A2}" vid="{90F5F026-B396-47EC-BA43-7A6FDF7A8E3B}"/>
    </a:ext>
  </a:extLst>
</a:theme>
</file>

<file path=ppt/theme/theme2.xml><?xml version="1.0" encoding="utf-8"?>
<a:theme xmlns:a="http://schemas.openxmlformats.org/drawingml/2006/main" name="Aalto -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E5661A51-00B6-43DE-BADF-97B251F291A2}" vid="{FE8C261A-EA10-422E-9816-30B6FE9F850C}"/>
    </a:ext>
  </a:extLst>
</a:theme>
</file>

<file path=ppt/theme/theme3.xml><?xml version="1.0" encoding="utf-8"?>
<a:theme xmlns:a="http://schemas.openxmlformats.org/drawingml/2006/main" name="Aalto - Divider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E5661A51-00B6-43DE-BADF-97B251F291A2}" vid="{B7DA9C09-0B3B-472C-9C30-58B61AD90793}"/>
    </a:ext>
  </a:extLst>
</a:theme>
</file>

<file path=ppt/theme/theme4.xml><?xml version="1.0" encoding="utf-8"?>
<a:theme xmlns:a="http://schemas.openxmlformats.org/drawingml/2006/main" name="Aalto - Picture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E5661A51-00B6-43DE-BADF-97B251F291A2}" vid="{B0479C7A-4114-47FF-84BD-2DB573C41B8C}"/>
    </a:ext>
  </a:extLst>
</a:theme>
</file>

<file path=ppt/theme/theme5.xml><?xml version="1.0" encoding="utf-8"?>
<a:theme xmlns:a="http://schemas.openxmlformats.org/drawingml/2006/main" name="Aalto - Custom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E5661A51-00B6-43DE-BADF-97B251F291A2}" vid="{41298F2F-0C7D-415B-8676-A55F65E58EEA}"/>
    </a:ext>
  </a:extLst>
</a:theme>
</file>

<file path=ppt/theme/theme6.xml><?xml version="1.0" encoding="utf-8"?>
<a:theme xmlns:a="http://schemas.openxmlformats.org/drawingml/2006/main" name="Aalto - Kiitos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E5661A51-00B6-43DE-BADF-97B251F291A2}" vid="{C028DB02-BF5B-4AF3-B91D-84C2C5798CEA}"/>
    </a:ext>
  </a:extLst>
</a:theme>
</file>

<file path=ppt/theme/theme7.xml><?xml version="1.0" encoding="utf-8"?>
<a:theme xmlns:a="http://schemas.openxmlformats.org/drawingml/2006/main" name="Office Theme">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D8067A49724945B01A3FCDF2E7485D" ma:contentTypeVersion="4" ma:contentTypeDescription="Create a new document." ma:contentTypeScope="" ma:versionID="716731af9105aabc98510b6d6c53dfae">
  <xsd:schema xmlns:xsd="http://www.w3.org/2001/XMLSchema" xmlns:xs="http://www.w3.org/2001/XMLSchema" xmlns:p="http://schemas.microsoft.com/office/2006/metadata/properties" xmlns:ns2="1f75d104-e856-40ea-a1e1-b25d46133343" targetNamespace="http://schemas.microsoft.com/office/2006/metadata/properties" ma:root="true" ma:fieldsID="6387f3a507464233f9e73c41307ac857" ns2:_="">
    <xsd:import namespace="1f75d104-e856-40ea-a1e1-b25d4613334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75d104-e856-40ea-a1e1-b25d461333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2E0E3A-4183-45A6-9414-199F1B05CCCF}">
  <ds:schemaRefs>
    <ds:schemaRef ds:uri="http://schemas.openxmlformats.org/package/2006/metadata/core-properties"/>
    <ds:schemaRef ds:uri="1f75d104-e856-40ea-a1e1-b25d46133343"/>
    <ds:schemaRef ds:uri="http://schemas.microsoft.com/office/2006/documentManagement/types"/>
    <ds:schemaRef ds:uri="http://purl.org/dc/dcmitype/"/>
    <ds:schemaRef ds:uri="http://purl.org/dc/elements/1.1/"/>
    <ds:schemaRef ds:uri="http://www.w3.org/XML/1998/namespace"/>
    <ds:schemaRef ds:uri="http://purl.org/dc/terms/"/>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4BF1A951-8935-41F8-A34F-D50C0995E579}">
  <ds:schemaRefs>
    <ds:schemaRef ds:uri="http://schemas.microsoft.com/sharepoint/v3/contenttype/forms"/>
  </ds:schemaRefs>
</ds:datastoreItem>
</file>

<file path=customXml/itemProps3.xml><?xml version="1.0" encoding="utf-8"?>
<ds:datastoreItem xmlns:ds="http://schemas.openxmlformats.org/officeDocument/2006/customXml" ds:itemID="{40AEB55A-01A6-475D-8FD9-615AA44C22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75d104-e856-40ea-a1e1-b25d461333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aalto_</Template>
  <TotalTime>94</TotalTime>
  <Words>790</Words>
  <Application>Microsoft Office PowerPoint</Application>
  <PresentationFormat>Widescreen</PresentationFormat>
  <Paragraphs>136</Paragraphs>
  <Slides>6</Slides>
  <Notes>2</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6</vt:i4>
      </vt:variant>
    </vt:vector>
  </HeadingPairs>
  <TitlesOfParts>
    <vt:vector size="16" baseType="lpstr">
      <vt:lpstr>Arial</vt:lpstr>
      <vt:lpstr>Calibri</vt:lpstr>
      <vt:lpstr>Google Sans</vt:lpstr>
      <vt:lpstr>Wingdings</vt:lpstr>
      <vt:lpstr>Aalto - Title Slides</vt:lpstr>
      <vt:lpstr>Aalto - Content Slides</vt:lpstr>
      <vt:lpstr>Aalto - Divider Slides</vt:lpstr>
      <vt:lpstr>Aalto - Picture Content Slides</vt:lpstr>
      <vt:lpstr>Aalto - Custom Content Slides</vt:lpstr>
      <vt:lpstr>Aalto - Kiitos Slides</vt:lpstr>
      <vt:lpstr>Title</vt:lpstr>
      <vt:lpstr>How to create a new page </vt:lpstr>
      <vt:lpstr>Accessibility of presentations </vt:lpstr>
      <vt:lpstr>Headline Arial 30pt Bold maxium two rows</vt:lpstr>
      <vt:lpstr>Headline Arial 30pt Bold maxium two rows</vt:lpstr>
      <vt:lpstr>PowerPoint Presentation</vt:lpstr>
    </vt:vector>
  </TitlesOfParts>
  <Company>Aalto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Silva Pedro</dc:creator>
  <cp:lastModifiedBy>Silva Pedro</cp:lastModifiedBy>
  <cp:revision>1</cp:revision>
  <dcterms:created xsi:type="dcterms:W3CDTF">2026-10-15T06:20:09Z</dcterms:created>
  <dcterms:modified xsi:type="dcterms:W3CDTF">2026-10-15T07:55:02Z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0x01010077D8067A49724945B01A3FCDF2E7485D</vt:lpwstr>
  </property>
</Properties>
</file>